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  <p:sldMasterId id="2147483694" r:id="rId5"/>
    <p:sldMasterId id="2147483708" r:id="rId6"/>
    <p:sldMasterId id="2147483722" r:id="rId7"/>
  </p:sldMasterIdLst>
  <p:notesMasterIdLst>
    <p:notesMasterId r:id="rId14"/>
  </p:notesMasterIdLst>
  <p:sldIdLst>
    <p:sldId id="315" r:id="rId8"/>
    <p:sldId id="422" r:id="rId9"/>
    <p:sldId id="443" r:id="rId10"/>
    <p:sldId id="444" r:id="rId11"/>
    <p:sldId id="445" r:id="rId12"/>
    <p:sldId id="44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ellantis" id="{F3E6774D-2F1E-47D6-ABDC-FE00908ACD1B}">
          <p14:sldIdLst>
            <p14:sldId id="315"/>
            <p14:sldId id="422"/>
            <p14:sldId id="443"/>
            <p14:sldId id="444"/>
            <p14:sldId id="445"/>
            <p14:sldId id="4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243782"/>
    <a:srgbClr val="008000"/>
    <a:srgbClr val="011339"/>
    <a:srgbClr val="93A3E1"/>
    <a:srgbClr val="181AE3"/>
    <a:srgbClr val="7E0083"/>
    <a:srgbClr val="FF0000"/>
    <a:srgbClr val="CC8800"/>
    <a:srgbClr val="F5B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C81CD-D066-0243-EBB2-965D6450E1A3}" v="37" dt="2025-07-11T10:02:12.204"/>
    <p1510:client id="{DF214FF2-CA0E-4AB9-A240-B2A418789004}" v="44" dt="2025-07-10T10:18:17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6208" autoAdjust="0"/>
  </p:normalViewPr>
  <p:slideViewPr>
    <p:cSldViewPr snapToGrid="0" showGuides="1">
      <p:cViewPr>
        <p:scale>
          <a:sx n="66" d="100"/>
          <a:sy n="66" d="100"/>
        </p:scale>
        <p:origin x="840" y="48"/>
      </p:cViewPr>
      <p:guideLst>
        <p:guide orient="horz" pos="2160"/>
        <p:guide pos="3840"/>
      </p:guideLst>
    </p:cSldViewPr>
  </p:slideViewPr>
  <p:outlineViewPr>
    <p:cViewPr>
      <p:scale>
        <a:sx n="75" d="100"/>
        <a:sy n="75" d="100"/>
      </p:scale>
      <p:origin x="0" y="-4977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31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MAIMA IDALINE (EXTERNAL)" userId="S::sd20565@inetpsa.com::5a51a24b-dc2c-4492-9b82-51a3104bcfd2" providerId="AD" clId="Web-{A381DF62-33AF-434C-98E5-E5F549FA54C9}"/>
    <pc:docChg chg="addSld modSection">
      <pc:chgData name="OUMAIMA IDALINE (EXTERNAL)" userId="S::sd20565@inetpsa.com::5a51a24b-dc2c-4492-9b82-51a3104bcfd2" providerId="AD" clId="Web-{A381DF62-33AF-434C-98E5-E5F549FA54C9}" dt="2025-05-07T15:59:53.259" v="0"/>
      <pc:docMkLst>
        <pc:docMk/>
      </pc:docMkLst>
      <pc:sldChg chg="new">
        <pc:chgData name="OUMAIMA IDALINE (EXTERNAL)" userId="S::sd20565@inetpsa.com::5a51a24b-dc2c-4492-9b82-51a3104bcfd2" providerId="AD" clId="Web-{A381DF62-33AF-434C-98E5-E5F549FA54C9}" dt="2025-05-07T15:59:53.259" v="0"/>
        <pc:sldMkLst>
          <pc:docMk/>
          <pc:sldMk cId="1163072640" sldId="437"/>
        </pc:sldMkLst>
      </pc:sldChg>
    </pc:docChg>
  </pc:docChgLst>
  <pc:docChgLst>
    <pc:chgData name="OUMAIMA IDALINE (EXTERNAL)" userId="S::sd20565@inetpsa.com::5a51a24b-dc2c-4492-9b82-51a3104bcfd2" providerId="AD" clId="Web-{BDDC81CD-D066-0243-EBB2-965D6450E1A3}"/>
    <pc:docChg chg="modSld">
      <pc:chgData name="OUMAIMA IDALINE (EXTERNAL)" userId="S::sd20565@inetpsa.com::5a51a24b-dc2c-4492-9b82-51a3104bcfd2" providerId="AD" clId="Web-{BDDC81CD-D066-0243-EBB2-965D6450E1A3}" dt="2025-07-11T10:02:11.079" v="17" actId="20577"/>
      <pc:docMkLst>
        <pc:docMk/>
      </pc:docMkLst>
      <pc:sldChg chg="modSp">
        <pc:chgData name="OUMAIMA IDALINE (EXTERNAL)" userId="S::sd20565@inetpsa.com::5a51a24b-dc2c-4492-9b82-51a3104bcfd2" providerId="AD" clId="Web-{BDDC81CD-D066-0243-EBB2-965D6450E1A3}" dt="2025-07-11T10:02:11.079" v="17" actId="20577"/>
        <pc:sldMkLst>
          <pc:docMk/>
          <pc:sldMk cId="1785201132" sldId="443"/>
        </pc:sldMkLst>
        <pc:spChg chg="mod">
          <ac:chgData name="OUMAIMA IDALINE (EXTERNAL)" userId="S::sd20565@inetpsa.com::5a51a24b-dc2c-4492-9b82-51a3104bcfd2" providerId="AD" clId="Web-{BDDC81CD-D066-0243-EBB2-965D6450E1A3}" dt="2025-07-11T10:02:11.079" v="17" actId="20577"/>
          <ac:spMkLst>
            <pc:docMk/>
            <pc:sldMk cId="1785201132" sldId="443"/>
            <ac:spMk id="9" creationId="{00000000-0000-0000-0000-000000000000}"/>
          </ac:spMkLst>
        </pc:spChg>
      </pc:sldChg>
    </pc:docChg>
  </pc:docChgLst>
  <pc:docChgLst>
    <pc:chgData name="ANAS BELHACHMI" userId="S::u570960@inetpsa.com::6494f61e-335a-4157-b7c8-f1ece193bc92" providerId="AD" clId="Web-{DF214FF2-CA0E-4AB9-A240-B2A418789004}"/>
    <pc:docChg chg="modSld">
      <pc:chgData name="ANAS BELHACHMI" userId="S::u570960@inetpsa.com::6494f61e-335a-4157-b7c8-f1ece193bc92" providerId="AD" clId="Web-{DF214FF2-CA0E-4AB9-A240-B2A418789004}" dt="2025-07-10T10:18:17.759" v="26" actId="20577"/>
      <pc:docMkLst>
        <pc:docMk/>
      </pc:docMkLst>
      <pc:sldChg chg="modSp">
        <pc:chgData name="ANAS BELHACHMI" userId="S::u570960@inetpsa.com::6494f61e-335a-4157-b7c8-f1ece193bc92" providerId="AD" clId="Web-{DF214FF2-CA0E-4AB9-A240-B2A418789004}" dt="2025-07-10T10:18:17.759" v="26" actId="20577"/>
        <pc:sldMkLst>
          <pc:docMk/>
          <pc:sldMk cId="2299827183" sldId="315"/>
        </pc:sldMkLst>
        <pc:spChg chg="mod">
          <ac:chgData name="ANAS BELHACHMI" userId="S::u570960@inetpsa.com::6494f61e-335a-4157-b7c8-f1ece193bc92" providerId="AD" clId="Web-{DF214FF2-CA0E-4AB9-A240-B2A418789004}" dt="2025-07-10T10:18:17.759" v="26" actId="20577"/>
          <ac:spMkLst>
            <pc:docMk/>
            <pc:sldMk cId="2299827183" sldId="315"/>
            <ac:spMk id="2" creationId="{D3BF9D19-ADE4-4A3B-87DC-29130C6274B7}"/>
          </ac:spMkLst>
        </pc:spChg>
      </pc:sldChg>
      <pc:sldChg chg="modSp">
        <pc:chgData name="ANAS BELHACHMI" userId="S::u570960@inetpsa.com::6494f61e-335a-4157-b7c8-f1ece193bc92" providerId="AD" clId="Web-{DF214FF2-CA0E-4AB9-A240-B2A418789004}" dt="2025-07-10T10:16:42.584" v="20" actId="20577"/>
        <pc:sldMkLst>
          <pc:docMk/>
          <pc:sldMk cId="3936325161" sldId="422"/>
        </pc:sldMkLst>
        <pc:spChg chg="mod">
          <ac:chgData name="ANAS BELHACHMI" userId="S::u570960@inetpsa.com::6494f61e-335a-4157-b7c8-f1ece193bc92" providerId="AD" clId="Web-{DF214FF2-CA0E-4AB9-A240-B2A418789004}" dt="2025-07-10T10:16:42.584" v="20" actId="20577"/>
          <ac:spMkLst>
            <pc:docMk/>
            <pc:sldMk cId="3936325161" sldId="422"/>
            <ac:spMk id="15" creationId="{00000000-0000-0000-0000-000000000000}"/>
          </ac:spMkLst>
        </pc:spChg>
      </pc:sldChg>
      <pc:sldChg chg="modSp">
        <pc:chgData name="ANAS BELHACHMI" userId="S::u570960@inetpsa.com::6494f61e-335a-4157-b7c8-f1ece193bc92" providerId="AD" clId="Web-{DF214FF2-CA0E-4AB9-A240-B2A418789004}" dt="2025-07-10T10:15:30.456" v="3" actId="20577"/>
        <pc:sldMkLst>
          <pc:docMk/>
          <pc:sldMk cId="2499374242" sldId="444"/>
        </pc:sldMkLst>
        <pc:spChg chg="mod">
          <ac:chgData name="ANAS BELHACHMI" userId="S::u570960@inetpsa.com::6494f61e-335a-4157-b7c8-f1ece193bc92" providerId="AD" clId="Web-{DF214FF2-CA0E-4AB9-A240-B2A418789004}" dt="2025-07-10T10:15:30.456" v="3" actId="20577"/>
          <ac:spMkLst>
            <pc:docMk/>
            <pc:sldMk cId="2499374242" sldId="444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D647E-0E65-4A14-903D-757EDF104052}" type="datetimeFigureOut">
              <a:rPr lang="fr-FR" smtClean="0"/>
              <a:t>11/07/2025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6B207-691D-4EE2-B9CC-9F376BF0DE6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713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ellantis.com/" TargetMode="Externa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4637" y="2099532"/>
            <a:ext cx="10080000" cy="3240000"/>
          </a:xfrm>
        </p:spPr>
        <p:txBody>
          <a:bodyPr anchor="t"/>
          <a:lstStyle>
            <a:lvl1pPr algn="l">
              <a:lnSpc>
                <a:spcPct val="90000"/>
              </a:lnSpc>
              <a:defRPr sz="4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4637" y="5937816"/>
            <a:ext cx="10080000" cy="360000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300CADA1-D253-4F6F-88CF-D8727A69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54637" y="5425540"/>
            <a:ext cx="2880000" cy="468000"/>
          </a:xfrm>
        </p:spPr>
        <p:txBody>
          <a:bodyPr anchor="t"/>
          <a:lstStyle>
            <a:lvl1pPr algn="l">
              <a:defRPr lang="fr-FR" sz="2500" b="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YYYY/MM/DD</a:t>
            </a:r>
            <a:endParaRPr lang="en-US">
              <a:latin typeface="+mn-lt"/>
            </a:endParaRPr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220B2E6D-A47C-49EF-BD1D-CD4E8D91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Communication Department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51BEB788-E3EA-4C0F-B6FF-45518A2C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2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mmandat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21623-60EA-4CE6-87A1-45097200B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4637" y="2066191"/>
            <a:ext cx="10440000" cy="1440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7ED2FD-D4F2-4FCF-B2BC-8B40DC49DF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4112" y="3042000"/>
            <a:ext cx="10440000" cy="29337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 marL="216000" indent="-216000">
              <a:defRPr>
                <a:solidFill>
                  <a:schemeClr val="bg1"/>
                </a:solidFill>
                <a:latin typeface="+mn-lt"/>
              </a:defRPr>
            </a:lvl2pPr>
            <a:lvl3pPr>
              <a:defRPr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435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370C295F-F87C-4224-8CC1-055740470C1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" y="3425825"/>
            <a:ext cx="12191999" cy="34321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6792" y="1816075"/>
            <a:ext cx="10440000" cy="1260000"/>
          </a:xfrm>
        </p:spPr>
        <p:txBody>
          <a:bodyPr anchor="t"/>
          <a:lstStyle>
            <a:lvl1pPr algn="l">
              <a:lnSpc>
                <a:spcPct val="90000"/>
              </a:lnSpc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59764E17-B98C-4383-8370-2690754AADC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45842" y="5802228"/>
            <a:ext cx="2880000" cy="468000"/>
          </a:xfrm>
        </p:spPr>
        <p:txBody>
          <a:bodyPr anchor="t"/>
          <a:lstStyle>
            <a:lvl1pPr>
              <a:defRPr lang="fr-FR" sz="2500" b="0" kern="1200" cap="all" baseline="0" noProof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en-US"/>
              <a:t>YYYY/MM/DD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E74E8C3D-024A-4ED6-AA2A-C1034A8F4A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1601" y="6562800"/>
            <a:ext cx="408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Communication Department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26DEE05B-3704-4A91-B3BE-6D9306C267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70399" y="6562800"/>
            <a:ext cx="72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E7EA58A-C319-4F80-9E54-D658719F8C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1452" y="3125321"/>
            <a:ext cx="1729424" cy="330417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570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FD1CB-5C99-41C9-BA86-BB740E814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4637" y="2066189"/>
            <a:ext cx="10440000" cy="36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927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01D72-D317-48EB-8946-13EE8EFCE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2822" y="2971777"/>
            <a:ext cx="5400000" cy="1800000"/>
          </a:xfrm>
        </p:spPr>
        <p:txBody>
          <a:bodyPr anchor="b"/>
          <a:lstStyle>
            <a:lvl1pPr>
              <a:defRPr sz="3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121B9EDF-81A4-4116-AE20-E6C846380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822" y="4838359"/>
            <a:ext cx="5400000" cy="12960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960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4897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D95ABC65-7545-4D76-A9D5-7E791F4A6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09BBE65-6381-42AD-B178-9D33A02F4D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2938" y="3425825"/>
            <a:ext cx="10906128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4206406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851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BB7BB60E-9AFC-494F-94F5-DEA56540C7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896F76F-E7C8-4E2B-B39D-B9DA17725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5328000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5328000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81760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2693427-0064-4C20-BB8A-3162AB9CD1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234AADB-645B-4C3C-BFE7-89D1937EB4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0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6" y="3525796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1324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581A243-5732-484F-875D-AE7E17E76B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F92FB9F-55B8-45CD-A54D-ADF6B87587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0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6" y="3525796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417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3FF29340-6353-4919-B09B-763E71D84A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49215C8-FED4-4FF6-8778-0DB432A4C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90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68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2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0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93507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BECA0681-26F7-47F5-AD97-B4C87FB6BF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785CE9-2C61-492B-B8BE-C47336DFBA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19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3"/>
            <a:ext cx="5076000" cy="1707159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038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1A7119E-AD18-48FE-93BD-D50643CE1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84B39AC-5021-4815-9D57-75DA1F8531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11052484" cy="3744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431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C72A938C-CF83-4364-AB76-81C54CE4AC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377B65B-2247-484E-86D1-6557F54EB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7019999" cy="3600138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59"/>
            <a:ext cx="7020000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8145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6FBFFE1-F2E2-408B-B0F4-E23BEA279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0A0589-BF71-48F1-8E32-A6A7AB0BD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59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728" y="128806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728" y="385600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410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2A92F09F-D317-42E3-B74C-7A0237243B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A74A572-1DCD-45C6-A512-5352EE257E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accent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6" y="3023085"/>
            <a:ext cx="3384000" cy="684000"/>
          </a:xfrm>
          <a:solidFill>
            <a:schemeClr val="accent3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3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3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accent4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4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4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0BC04882-24E3-4CCC-AC62-C47FEDFFBC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78734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EEA9E792-73EA-43CF-9829-05E9EA8449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555289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19ACC696-1D7F-4274-BA5B-846A87D3D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931844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9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1A32803F-C0DA-48E6-897D-09C236F3DE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268E3EA-58D2-4683-99EA-36E0C836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67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4617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D95ABC65-7545-4D76-A9D5-7E791F4A6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09BBE65-6381-42AD-B178-9D33A02F4D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2938" y="3425825"/>
            <a:ext cx="10906128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407735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649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BB7BB60E-9AFC-494F-94F5-DEA56540C7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896F76F-E7C8-4E2B-B39D-B9DA17725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5328000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5328000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1934270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2693427-0064-4C20-BB8A-3162AB9CD1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234AADB-645B-4C3C-BFE7-89D1937EB4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0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6" y="3525796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694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581A243-5732-484F-875D-AE7E17E76B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F92FB9F-55B8-45CD-A54D-ADF6B87587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0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6" y="3525796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6704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3FF29340-6353-4919-B09B-763E71D84A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49215C8-FED4-4FF6-8778-0DB432A4C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90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68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2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0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367996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BECA0681-26F7-47F5-AD97-B4C87FB6BF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785CE9-2C61-492B-B8BE-C47336DFBA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19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3"/>
            <a:ext cx="5076000" cy="1707159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166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1A7119E-AD18-48FE-93BD-D50643CE1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84B39AC-5021-4815-9D57-75DA1F8531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11052484" cy="3744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4301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C72A938C-CF83-4364-AB76-81C54CE4AC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377B65B-2247-484E-86D1-6557F54EB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7019999" cy="3600138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59"/>
            <a:ext cx="7020000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482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6FBFFE1-F2E2-408B-B0F4-E23BEA279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0A0589-BF71-48F1-8E32-A6A7AB0BD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59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728" y="128806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728" y="385600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1826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2A92F09F-D317-42E3-B74C-7A0237243B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A74A572-1DCD-45C6-A512-5352EE257E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accent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2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6" y="3023085"/>
            <a:ext cx="3384000" cy="684000"/>
          </a:xfrm>
          <a:solidFill>
            <a:schemeClr val="accent3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3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3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accent4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4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4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99CFECCA-D726-4601-9B9C-9539CC9B49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78734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76DFA423-0147-493D-BCBB-B5C3DDB173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555289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86ECD00C-363A-4C91-B7F6-4BE5DAD08F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931844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380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1A32803F-C0DA-48E6-897D-09C236F3DE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268E3EA-58D2-4683-99EA-36E0C836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9223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13510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D95ABC65-7545-4D76-A9D5-7E791F4A6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09BBE65-6381-42AD-B178-9D33A02F4D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2938" y="3425825"/>
            <a:ext cx="10906128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860057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98553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BB7BB60E-9AFC-494F-94F5-DEA56540C7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896F76F-E7C8-4E2B-B39D-B9DA17725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5328000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5328000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6682113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2693427-0064-4C20-BB8A-3162AB9CD1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234AADB-645B-4C3C-BFE7-89D1937EB4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0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6" y="3525796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6561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581A243-5732-484F-875D-AE7E17E76B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F92FB9F-55B8-45CD-A54D-ADF6B87587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LYYYY/MM/DD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0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6" y="3525796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1473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3FF29340-6353-4919-B09B-763E71D84A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49215C8-FED4-4FF6-8778-0DB432A4C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90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68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2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0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18710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BECA0681-26F7-47F5-AD97-B4C87FB6BF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785CE9-2C61-492B-B8BE-C47336DFBA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19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3"/>
            <a:ext cx="5076000" cy="1707159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0553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1A7119E-AD18-48FE-93BD-D50643CE1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84B39AC-5021-4815-9D57-75DA1F8531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11052484" cy="3744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891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C72A938C-CF83-4364-AB76-81C54CE4AC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377B65B-2247-484E-86D1-6557F54EB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7019999" cy="3600138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59"/>
            <a:ext cx="7020000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215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6FBFFE1-F2E2-408B-B0F4-E23BEA279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0A0589-BF71-48F1-8E32-A6A7AB0BD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59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728" y="128806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728" y="385600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6690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2A92F09F-D317-42E3-B74C-7A0237243B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A74A572-1DCD-45C6-A512-5352EE257E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accent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2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5E4DDE7-B2AD-4D6E-B1F1-1AA14E6F51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78734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6" y="3023085"/>
            <a:ext cx="3384000" cy="684000"/>
          </a:xfrm>
          <a:solidFill>
            <a:schemeClr val="accent3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3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3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FF27A7E-9171-4670-8D42-A17E0C0B08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555289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accent4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4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4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A1E2C166-5791-40DB-903C-66BC65C0DD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9318440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9B95BAD-CF4C-47D0-8DF1-5D5B22A145F7}"/>
              </a:ext>
            </a:extLst>
          </p:cNvPr>
          <p:cNvSpPr txBox="1"/>
          <p:nvPr userDrawn="1"/>
        </p:nvSpPr>
        <p:spPr>
          <a:xfrm>
            <a:off x="203886" y="931366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2"/>
              </a:rPr>
              <a:t>www.stellantis.com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8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1A32803F-C0DA-48E6-897D-09C236F3DE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268E3EA-58D2-4683-99EA-36E0C836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YYYY/MM/DD</a:t>
            </a:r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Communication Department</a:t>
            </a:r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575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637" y="2066191"/>
            <a:ext cx="10440000" cy="144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637" y="3042548"/>
            <a:ext cx="10440000" cy="2412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76000" y="6562800"/>
            <a:ext cx="264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YYYY/MM/DD</a:t>
            </a:r>
            <a:endParaRPr lang="en-US">
              <a:latin typeface="+mj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1" y="6562800"/>
            <a:ext cx="408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Communication Department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0399" y="6562800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1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6" r:id="rId2"/>
    <p:sldLayoutId id="2147483674" r:id="rId3"/>
    <p:sldLayoutId id="2147483677" r:id="rId4"/>
    <p:sldLayoutId id="2147483690" r:id="rId5"/>
  </p:sldLayoutIdLst>
  <p:hf sldNum="0"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47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+mj-lt"/>
        <a:buNone/>
        <a:defRPr sz="2500" b="0" kern="1200" cap="none" baseline="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ct val="105000"/>
        </a:lnSpc>
        <a:spcBef>
          <a:spcPts val="0"/>
        </a:spcBef>
        <a:buSzPct val="120000"/>
        <a:buFont typeface="Encode Sans" pitchFamily="2" charset="0"/>
        <a:buNone/>
        <a:defRPr sz="15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0" indent="-18000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30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056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YYYY/MM/DD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9707" y="6489701"/>
            <a:ext cx="480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Communication Department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9874" y="6489701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215C50B6-A1A5-448D-9A28-4D004F3E4F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6940" y="350044"/>
            <a:ext cx="1904048" cy="5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sldNum="0"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056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YYYY/MM/DD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9707" y="6489701"/>
            <a:ext cx="480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Communication Department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9874" y="6489701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215C50B6-A1A5-448D-9A28-4D004F3E4F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6940" y="350044"/>
            <a:ext cx="1904048" cy="5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6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</p:sldLayoutIdLst>
  <p:hf sldNum="0"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056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YYYY/MM/DD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9707" y="6489701"/>
            <a:ext cx="480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Communication Department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9874" y="6489701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215C50B6-A1A5-448D-9A28-4D004F3E4F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6940" y="350044"/>
            <a:ext cx="1904048" cy="5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4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hf sldNum="0"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iftup.sharepoint.com/sites/QFS_PRS/Shared%20Documents/Forms/AllItems.aspx?viewid=18a19376%2D8390%2D4e3b%2Daedd%2D4a3572db67c3&amp;FolderCTID=0x012000B65C137DF6543D48902E913E96CB1320" TargetMode="External"/><Relationship Id="rId2" Type="http://schemas.openxmlformats.org/officeDocument/2006/relationships/hyperlink" Target="https://shiftup.sharepoint.com/sites/QFS_PRS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8" descr="Une image contenant ciel, extérieur, montagne, nature&#10;&#10;Description générée automatiquement">
            <a:extLst>
              <a:ext uri="{FF2B5EF4-FFF2-40B4-BE49-F238E27FC236}">
                <a16:creationId xmlns:a16="http://schemas.microsoft.com/office/drawing/2014/main" id="{0646FE81-1459-4C92-8C60-458AF9919608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883" b="19985"/>
          <a:stretch/>
        </p:blipFill>
        <p:spPr>
          <a:xfrm>
            <a:off x="0" y="3463925"/>
            <a:ext cx="12192000" cy="3432175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3BF9D19-ADE4-4A3B-87DC-29130C627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191" y="1509766"/>
            <a:ext cx="10829945" cy="1260000"/>
          </a:xfrm>
        </p:spPr>
        <p:txBody>
          <a:bodyPr/>
          <a:lstStyle/>
          <a:p>
            <a:pPr algn="ctr"/>
            <a:r>
              <a:rPr lang="en-US" sz="2800" b="1" dirty="0"/>
              <a:t>Automated Verbatim Classification Pipeline </a:t>
            </a:r>
            <a:br>
              <a:rPr lang="en-US" sz="2800" b="1" dirty="0"/>
            </a:br>
            <a:r>
              <a:rPr lang="en-US" sz="1800" b="1" dirty="0"/>
              <a:t>Using LLM + SharePoint &amp; Databricks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B8EA5-1583-41D1-8A7C-B737445DF1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6847" y="5802228"/>
            <a:ext cx="2880000" cy="468000"/>
          </a:xfrm>
        </p:spPr>
        <p:txBody>
          <a:bodyPr/>
          <a:lstStyle/>
          <a:p>
            <a:r>
              <a:rPr lang="en-US" dirty="0"/>
              <a:t>2025/07/03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95FF55F-99F6-4211-8A71-F8D24C4669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D3468832-E4C9-0D9F-B3B6-EFCC0B59B953}"/>
              </a:ext>
            </a:extLst>
          </p:cNvPr>
          <p:cNvSpPr txBox="1">
            <a:spLocks/>
          </p:cNvSpPr>
          <p:nvPr/>
        </p:nvSpPr>
        <p:spPr>
          <a:xfrm>
            <a:off x="10066045" y="209531"/>
            <a:ext cx="2407082" cy="3782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400" dirty="0">
                <a:latin typeface="Ubuntu Mono" panose="020B0509030602030204" pitchFamily="49" charset="0"/>
              </a:rPr>
              <a:t>MURIEL BOUYAUD</a:t>
            </a:r>
          </a:p>
          <a:p>
            <a:r>
              <a:rPr lang="en-US" sz="1400" dirty="0">
                <a:latin typeface="Ubuntu Mono" panose="020B0509030602030204" pitchFamily="49" charset="0"/>
              </a:rPr>
              <a:t>THIERRY FRICOTEAUX</a:t>
            </a:r>
            <a:endParaRPr lang="en-US" sz="1100" dirty="0">
              <a:latin typeface="Ubuntu Mono" panose="020B05090306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82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2CF1987-9A02-2F72-27CA-DE495E764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Access the SharePoint Channel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A7E621-AF58-B1A7-AC63-FEB7E9B95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573780" y="2420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6623" y="1031932"/>
            <a:ext cx="6195059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Open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Teams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or use a web browser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the SharePoint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channel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QFS PRS   :   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shiftup.sharepoint.com/sites/QFS_PRS/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Open the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-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→ to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upload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input files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→ to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classification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-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to check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Archive → to check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575" y="3501701"/>
            <a:ext cx="4819528" cy="2422634"/>
          </a:xfrm>
          <a:prstGeom prst="rect">
            <a:avLst/>
          </a:prstGeom>
        </p:spPr>
      </p:pic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281682" y="1058086"/>
            <a:ext cx="581826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kumimoji="0" lang="fr-FR" altLang="fr-FR" sz="14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to the QFS PRS SharePoint </a:t>
            </a:r>
            <a:r>
              <a:rPr lang="fr-FR" alt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channel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permission.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Please</a:t>
            </a:r>
            <a:r>
              <a:rPr lang="fr-FR" altLang="fr-FR" sz="1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request</a:t>
            </a:r>
            <a:r>
              <a:rPr lang="fr-FR" altLang="fr-FR" sz="1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access</a:t>
            </a:r>
            <a:r>
              <a:rPr lang="fr-FR" altLang="fr-FR" sz="1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by </a:t>
            </a:r>
            <a:r>
              <a:rPr lang="fr-FR" altLang="fr-FR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sending</a:t>
            </a:r>
            <a:r>
              <a:rPr lang="fr-FR" altLang="fr-FR" sz="1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an email to:    anas.belhachmi@stellantis.com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682" y="3646356"/>
            <a:ext cx="886373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055" y="4702618"/>
            <a:ext cx="607439" cy="956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78" y="3530415"/>
            <a:ext cx="4124653" cy="2605044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236357" y="4689480"/>
            <a:ext cx="558495" cy="8460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/>
          <p:cNvSpPr/>
          <p:nvPr/>
        </p:nvSpPr>
        <p:spPr>
          <a:xfrm>
            <a:off x="1016413" y="5425204"/>
            <a:ext cx="886373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682" y="1107938"/>
            <a:ext cx="5121738" cy="962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1540913" y="6266126"/>
            <a:ext cx="14686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via Microsoft Teams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3416" y="6150710"/>
            <a:ext cx="12763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via Web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Browse</a:t>
            </a:r>
            <a:endParaRPr lang="fr-FR" sz="9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32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Upload</a:t>
            </a:r>
            <a:r>
              <a:rPr lang="fr-FR" dirty="0"/>
              <a:t> an Input File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62652" y="1110086"/>
            <a:ext cx="684828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Go to the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Input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folder in the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QFS PRS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SharePoint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channel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to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upload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your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file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File format: Excel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.xlsx , .csv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xls</a:t>
            </a:r>
            <a:endParaRPr lang="fr-FR" altLang="fr-FR" sz="1600" b="1" dirty="0" err="1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columns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(verbatim identifier)</a:t>
            </a:r>
          </a:p>
          <a:p>
            <a:pPr marL="45720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</a:t>
            </a:r>
            <a:r>
              <a:rPr 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English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classify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Important: </a:t>
            </a:r>
            <a:r>
              <a:rPr lang="fr-FR" alt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must </a:t>
            </a:r>
            <a:r>
              <a:rPr lang="fr-FR" alt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exactly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‘ID’ and</a:t>
            </a:r>
            <a:r>
              <a:rPr 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fr-FR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</a:t>
            </a:r>
            <a:r>
              <a:rPr 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English’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26" y="3527240"/>
            <a:ext cx="5848720" cy="19906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354318" y="4078014"/>
            <a:ext cx="462455" cy="15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7269963" y="1390455"/>
            <a:ext cx="5174286" cy="1373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900" b="1" dirty="0">
              <a:latin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fr-FR" altLang="fr-FR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Critical </a:t>
            </a:r>
            <a:r>
              <a:rPr lang="fr-FR" altLang="fr-FR" sz="16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Reminders</a:t>
            </a: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❗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sure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Excel file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worksheet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(one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sheet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25710" y="1681655"/>
            <a:ext cx="3605049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01" y="3527240"/>
            <a:ext cx="3684758" cy="22141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107027" y="4803228"/>
            <a:ext cx="709746" cy="126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2017987" y="4803228"/>
            <a:ext cx="651642" cy="126124"/>
          </a:xfrm>
          <a:prstGeom prst="rect">
            <a:avLst/>
          </a:prstGeom>
          <a:noFill/>
          <a:ln>
            <a:solidFill>
              <a:srgbClr val="2437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/>
          <p:cNvCxnSpPr/>
          <p:nvPr/>
        </p:nvCxnSpPr>
        <p:spPr>
          <a:xfrm flipH="1">
            <a:off x="2690650" y="4478955"/>
            <a:ext cx="4466895" cy="376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2107027" y="5735371"/>
            <a:ext cx="20610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sharepoint</a:t>
            </a:r>
            <a:endParaRPr lang="fr-FR" sz="9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8588452" y="5779745"/>
            <a:ext cx="43923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 input File </a:t>
            </a:r>
          </a:p>
        </p:txBody>
      </p:sp>
    </p:spTree>
    <p:extLst>
      <p:ext uri="{BB962C8B-B14F-4D97-AF65-F5344CB8AC3E}">
        <p14:creationId xmlns:p14="http://schemas.microsoft.com/office/powerpoint/2010/main" val="178520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Automatic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(</a:t>
            </a:r>
            <a:r>
              <a:rPr lang="fr-FR" dirty="0" err="1"/>
              <a:t>Databricks</a:t>
            </a:r>
            <a:r>
              <a:rPr lang="fr-FR" dirty="0"/>
              <a:t>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94289" y="738483"/>
            <a:ext cx="563314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What</a:t>
            </a:r>
            <a:r>
              <a:rPr lang="fr-FR" altLang="fr-FR" sz="16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Happens</a:t>
            </a:r>
            <a:r>
              <a:rPr lang="fr-FR" altLang="fr-FR" sz="16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After</a:t>
            </a:r>
            <a:r>
              <a:rPr lang="fr-FR" altLang="fr-FR" sz="16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uploading</a:t>
            </a:r>
            <a:r>
              <a:rPr lang="fr-FR" altLang="fr-FR" sz="16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a file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?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scheduled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Databricks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job runs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every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NIGHT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It checks the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Input folder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for new files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file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 classification model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automatically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It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processes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only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one file per run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fr-FR" altLang="fr-FR" sz="1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fr-FR" altLang="fr-FR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manual</a:t>
            </a:r>
            <a:r>
              <a:rPr lang="fr-FR" altLang="fr-FR" sz="1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action </a:t>
            </a:r>
            <a:r>
              <a:rPr lang="fr-FR" altLang="fr-FR" sz="1600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needed</a:t>
            </a:r>
            <a:endParaRPr lang="fr-FR" altLang="fr-FR" sz="16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21822" y="1135117"/>
            <a:ext cx="5665076" cy="1450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fr-FR" altLang="fr-FR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Critical </a:t>
            </a:r>
            <a:r>
              <a:rPr lang="fr-FR" altLang="fr-FR" sz="1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Reminders</a:t>
            </a:r>
            <a:r>
              <a:rPr lang="fr-FR" altLang="fr-FR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400" dirty="0">
                <a:solidFill>
                  <a:srgbClr val="0099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✅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recently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added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modified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in the Input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alt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➕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upload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one file at a time.</a:t>
            </a:r>
            <a:b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altLang="fr-FR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❌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If multiple files are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latest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one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taken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ignored</a:t>
            </a:r>
            <a:r>
              <a:rPr lang="fr-FR" altLang="fr-F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1374" y="1061545"/>
            <a:ext cx="5645523" cy="1523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76" y="3376891"/>
            <a:ext cx="5789128" cy="2850126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303" y="3835820"/>
            <a:ext cx="3063097" cy="1636066"/>
          </a:xfrm>
          <a:prstGeom prst="rect">
            <a:avLst/>
          </a:prstGeom>
        </p:spPr>
      </p:pic>
      <p:cxnSp>
        <p:nvCxnSpPr>
          <p:cNvPr id="18" name="Connecteur droit avec flèche 17"/>
          <p:cNvCxnSpPr>
            <a:stCxn id="16" idx="3"/>
          </p:cNvCxnSpPr>
          <p:nvPr/>
        </p:nvCxnSpPr>
        <p:spPr>
          <a:xfrm flipV="1">
            <a:off x="4470400" y="4397830"/>
            <a:ext cx="4615543" cy="256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21823" y="3562539"/>
            <a:ext cx="385378" cy="220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cc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8519885" y="6235709"/>
            <a:ext cx="2656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Databricks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Job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1814285" y="5882694"/>
            <a:ext cx="2656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Databricks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Notebook (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model)</a:t>
            </a:r>
          </a:p>
        </p:txBody>
      </p:sp>
    </p:spTree>
    <p:extLst>
      <p:ext uri="{BB962C8B-B14F-4D97-AF65-F5344CB8AC3E}">
        <p14:creationId xmlns:p14="http://schemas.microsoft.com/office/powerpoint/2010/main" val="2499374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Retrieve</a:t>
            </a:r>
            <a:r>
              <a:rPr lang="fr-FR" dirty="0"/>
              <a:t> the Output File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5142" y="740027"/>
            <a:ext cx="53515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Once the job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successfully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output file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SharePoint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format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Excel .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xlsx</a:t>
            </a:r>
            <a:endParaRPr lang="fr-FR" altLang="fr-FR" sz="16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naming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convention: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&lt;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inputFileName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&gt;_&lt;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processingDate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&gt;.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xlsx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fr-FR" altLang="fr-FR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altLang="fr-FR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file </a:t>
            </a:r>
            <a:r>
              <a:rPr lang="fr-FR" altLang="fr-FR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‘Batch_June_25th.xlsx’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Output_file</a:t>
            </a:r>
            <a:r>
              <a:rPr lang="fr-FR" altLang="fr-FR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‘Batch_June_25th_2025-06-25.xlsx’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30" y="3905814"/>
            <a:ext cx="6052225" cy="152252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83" y="2070843"/>
            <a:ext cx="4220803" cy="3322894"/>
          </a:xfrm>
          <a:prstGeom prst="rect">
            <a:avLst/>
          </a:prstGeom>
        </p:spPr>
      </p:pic>
      <p:cxnSp>
        <p:nvCxnSpPr>
          <p:cNvPr id="8" name="Connecteur droit avec flèche 7"/>
          <p:cNvCxnSpPr/>
          <p:nvPr/>
        </p:nvCxnSpPr>
        <p:spPr>
          <a:xfrm flipV="1">
            <a:off x="3912105" y="2142726"/>
            <a:ext cx="6001152" cy="282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79764" y="5639058"/>
            <a:ext cx="149271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sharepoint</a:t>
            </a:r>
            <a:endParaRPr lang="fr-FR" sz="9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8588452" y="5779745"/>
            <a:ext cx="43923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 Output File </a:t>
            </a:r>
          </a:p>
        </p:txBody>
      </p:sp>
    </p:spTree>
    <p:extLst>
      <p:ext uri="{BB962C8B-B14F-4D97-AF65-F5344CB8AC3E}">
        <p14:creationId xmlns:p14="http://schemas.microsoft.com/office/powerpoint/2010/main" val="2279102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Check the </a:t>
            </a:r>
            <a:r>
              <a:rPr lang="fr-FR" dirty="0" err="1"/>
              <a:t>Status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4171" y="666415"/>
            <a:ext cx="799737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285750"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one single JSON file,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like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altLang="fr-FR" sz="16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processed_file_log.json</a:t>
            </a:r>
            <a:endParaRPr lang="fr-FR" altLang="fr-FR" sz="16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JSON file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updated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job 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new entries.</a:t>
            </a:r>
          </a:p>
          <a:p>
            <a:pPr marL="285750"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file,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stores: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-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input_id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identifier of the input file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-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input_name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the input file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output_id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dentifier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the output file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output_name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the output file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-</a:t>
            </a:r>
            <a:r>
              <a:rPr lang="fr-FR" altLang="fr-FR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processed_date</a:t>
            </a:r>
            <a:r>
              <a:rPr lang="fr-FR" altLang="fr-FR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date and time of </a:t>
            </a:r>
            <a:r>
              <a:rPr lang="fr-FR" altLang="fr-FR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  <a:endParaRPr lang="fr-FR" altLang="fr-FR" sz="1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15" y="3962854"/>
            <a:ext cx="5707373" cy="188640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016" y="4211510"/>
            <a:ext cx="4986491" cy="1086205"/>
          </a:xfrm>
          <a:prstGeom prst="rect">
            <a:avLst/>
          </a:prstGeom>
        </p:spPr>
      </p:pic>
      <p:cxnSp>
        <p:nvCxnSpPr>
          <p:cNvPr id="13" name="Connecteur droit avec flèche 12"/>
          <p:cNvCxnSpPr/>
          <p:nvPr/>
        </p:nvCxnSpPr>
        <p:spPr>
          <a:xfrm flipV="1">
            <a:off x="5239657" y="4586514"/>
            <a:ext cx="1950359" cy="66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418132" y="5883264"/>
            <a:ext cx="14462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Folder</a:t>
            </a:r>
            <a:r>
              <a:rPr lang="fr-FR" sz="9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sharepoint</a:t>
            </a:r>
            <a:endParaRPr lang="fr-FR" sz="9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781143" y="5652432"/>
            <a:ext cx="1287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Processed_file_log.json</a:t>
            </a:r>
            <a:endParaRPr lang="fr-FR" sz="9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94341"/>
      </p:ext>
    </p:extLst>
  </p:cSld>
  <p:clrMapOvr>
    <a:masterClrMapping/>
  </p:clrMapOvr>
</p:sld>
</file>

<file path=ppt/theme/theme1.xml><?xml version="1.0" encoding="utf-8"?>
<a:theme xmlns:a="http://schemas.openxmlformats.org/drawingml/2006/main" name="Stellantis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MAJ Template PowerPoint 16-9 v6.potx" id="{6D4861F8-6CFD-4766-879B-EB53A8634C9E}" vid="{293EC359-D845-45D4-A1B1-480B99BE7C3E}"/>
    </a:ext>
  </a:extLst>
</a:theme>
</file>

<file path=ppt/theme/theme2.xml><?xml version="1.0" encoding="utf-8"?>
<a:theme xmlns:a="http://schemas.openxmlformats.org/drawingml/2006/main" name="Stellantis - Chapter tangerine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MAJ Template PowerPoint 16-9 v6.potx" id="{6D4861F8-6CFD-4766-879B-EB53A8634C9E}" vid="{51BA2376-F3A7-48C6-9865-8B7963437DF6}"/>
    </a:ext>
  </a:extLst>
</a:theme>
</file>

<file path=ppt/theme/theme3.xml><?xml version="1.0" encoding="utf-8"?>
<a:theme xmlns:a="http://schemas.openxmlformats.org/drawingml/2006/main" name="Stellantis - Chapter mint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MAJ Template PowerPoint 16-9 v6.potx" id="{6D4861F8-6CFD-4766-879B-EB53A8634C9E}" vid="{57572F65-D913-4B12-8759-9495DB394461}"/>
    </a:ext>
  </a:extLst>
</a:theme>
</file>

<file path=ppt/theme/theme4.xml><?xml version="1.0" encoding="utf-8"?>
<a:theme xmlns:a="http://schemas.openxmlformats.org/drawingml/2006/main" name="Stellantis - Chapter orange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MAJ Template PowerPoint 16-9 v6.potx" id="{6D4861F8-6CFD-4766-879B-EB53A8634C9E}" vid="{14FF65A2-5A0F-45E8-B34F-CD3B0F0DFAF2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016CE8B6FCA54A8B212FDFC9259875" ma:contentTypeVersion="14" ma:contentTypeDescription="Create a new document." ma:contentTypeScope="" ma:versionID="00c0d147593622bce957966c659333e7">
  <xsd:schema xmlns:xsd="http://www.w3.org/2001/XMLSchema" xmlns:xs="http://www.w3.org/2001/XMLSchema" xmlns:p="http://schemas.microsoft.com/office/2006/metadata/properties" xmlns:ns2="f2138d9c-e7a0-4ba2-87b5-235e124e4845" xmlns:ns3="852092f4-ef17-4f97-9638-cd07c4da05db" targetNamespace="http://schemas.microsoft.com/office/2006/metadata/properties" ma:root="true" ma:fieldsID="9a0f59eab9a2d40085cbd790bb18f015" ns2:_="" ns3:_="">
    <xsd:import namespace="f2138d9c-e7a0-4ba2-87b5-235e124e4845"/>
    <xsd:import namespace="852092f4-ef17-4f97-9638-cd07c4da05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138d9c-e7a0-4ba2-87b5-235e124e48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247bebf-ce0e-4fa1-bae7-748a1283d6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2092f4-ef17-4f97-9638-cd07c4da05d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70053ed-3f09-4e61-9bab-62247d1f0178}" ma:internalName="TaxCatchAll" ma:showField="CatchAllData" ma:web="852092f4-ef17-4f97-9638-cd07c4da05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138d9c-e7a0-4ba2-87b5-235e124e4845">
      <Terms xmlns="http://schemas.microsoft.com/office/infopath/2007/PartnerControls"/>
    </lcf76f155ced4ddcb4097134ff3c332f>
    <TaxCatchAll xmlns="852092f4-ef17-4f97-9638-cd07c4da05db" xsi:nil="true"/>
  </documentManagement>
</p:properties>
</file>

<file path=customXml/itemProps1.xml><?xml version="1.0" encoding="utf-8"?>
<ds:datastoreItem xmlns:ds="http://schemas.openxmlformats.org/officeDocument/2006/customXml" ds:itemID="{AB2FA2AB-FE95-4145-B29E-2FDAB2FD84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2D563D-1B6C-46BF-95BE-A28FDE44C4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138d9c-e7a0-4ba2-87b5-235e124e4845"/>
    <ds:schemaRef ds:uri="852092f4-ef17-4f97-9638-cd07c4da05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C8121E-07DB-43D0-945F-B27FDF763459}">
  <ds:schemaRefs>
    <ds:schemaRef ds:uri="http://purl.org/dc/terms/"/>
    <ds:schemaRef ds:uri="http://schemas.microsoft.com/office/2006/documentManagement/types"/>
    <ds:schemaRef ds:uri="2a2b7983-d8b1-4d53-8d7e-0dd514e12fc1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3a63d76a-8e6a-4d1e-9d07-fc356f219835"/>
    <ds:schemaRef ds:uri="http://www.w3.org/XML/1998/namespace"/>
    <ds:schemaRef ds:uri="http://purl.org/dc/dcmitype/"/>
    <ds:schemaRef ds:uri="f2138d9c-e7a0-4ba2-87b5-235e124e4845"/>
    <ds:schemaRef ds:uri="852092f4-ef17-4f97-9638-cd07c4da05d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Stellantis</Template>
  <TotalTime>13498</TotalTime>
  <Words>460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Stellantis</vt:lpstr>
      <vt:lpstr>Stellantis - Chapter tangerine</vt:lpstr>
      <vt:lpstr>Stellantis - Chapter mint</vt:lpstr>
      <vt:lpstr>Stellantis - Chapter orange</vt:lpstr>
      <vt:lpstr>Automated Verbatim Classification Pipeline  Using LLM + SharePoint &amp; Databricks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 presentation [encode sans expanded light 47 pt] on several lines LOREM IPSUM DOLOR SIT CTETUER SIT PISCINGO</dc:title>
  <dc:creator>Amelie Retailleau</dc:creator>
  <cp:lastModifiedBy>OUMAIMA IDALINE (EXTERNAL)</cp:lastModifiedBy>
  <cp:revision>177</cp:revision>
  <dcterms:created xsi:type="dcterms:W3CDTF">2021-01-22T15:57:22Z</dcterms:created>
  <dcterms:modified xsi:type="dcterms:W3CDTF">2025-07-11T10:02:21Z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d53d93-3f4c-4b90-b511-bd6bdbb4fba9_Enabled">
    <vt:lpwstr>true</vt:lpwstr>
  </property>
  <property fmtid="{D5CDD505-2E9C-101B-9397-08002B2CF9AE}" pid="3" name="MSIP_Label_2fd53d93-3f4c-4b90-b511-bd6bdbb4fba9_SetDate">
    <vt:lpwstr>2021-01-25T07:21:51Z</vt:lpwstr>
  </property>
  <property fmtid="{D5CDD505-2E9C-101B-9397-08002B2CF9AE}" pid="4" name="MSIP_Label_2fd53d93-3f4c-4b90-b511-bd6bdbb4fba9_Method">
    <vt:lpwstr>Standard</vt:lpwstr>
  </property>
  <property fmtid="{D5CDD505-2E9C-101B-9397-08002B2CF9AE}" pid="5" name="MSIP_Label_2fd53d93-3f4c-4b90-b511-bd6bdbb4fba9_Name">
    <vt:lpwstr>2fd53d93-3f4c-4b90-b511-bd6bdbb4fba9</vt:lpwstr>
  </property>
  <property fmtid="{D5CDD505-2E9C-101B-9397-08002B2CF9AE}" pid="6" name="MSIP_Label_2fd53d93-3f4c-4b90-b511-bd6bdbb4fba9_SiteId">
    <vt:lpwstr>d852d5cd-724c-4128-8812-ffa5db3f8507</vt:lpwstr>
  </property>
  <property fmtid="{D5CDD505-2E9C-101B-9397-08002B2CF9AE}" pid="7" name="MSIP_Label_2fd53d93-3f4c-4b90-b511-bd6bdbb4fba9_ActionId">
    <vt:lpwstr>2429ac0f-1944-45cb-bca3-30b03d81a604</vt:lpwstr>
  </property>
  <property fmtid="{D5CDD505-2E9C-101B-9397-08002B2CF9AE}" pid="8" name="MSIP_Label_2fd53d93-3f4c-4b90-b511-bd6bdbb4fba9_ContentBits">
    <vt:lpwstr>0</vt:lpwstr>
  </property>
  <property fmtid="{D5CDD505-2E9C-101B-9397-08002B2CF9AE}" pid="9" name="psa_titre">
    <vt:lpwstr>Stellantis PowerPoint Templates</vt:lpwstr>
  </property>
  <property fmtid="{D5CDD505-2E9C-101B-9397-08002B2CF9AE}" pid="10" name="psa_date_creation">
    <vt:lpwstr>10/02/2021 12:17</vt:lpwstr>
  </property>
  <property fmtid="{D5CDD505-2E9C-101B-9397-08002B2CF9AE}" pid="11" name="psa_date_modification">
    <vt:lpwstr>10/02/2021 14:00</vt:lpwstr>
  </property>
  <property fmtid="{D5CDD505-2E9C-101B-9397-08002B2CF9AE}" pid="12" name="psa_auteur">
    <vt:lpwstr>DI FRANCESCO MARIA - J628083  </vt:lpwstr>
  </property>
  <property fmtid="{D5CDD505-2E9C-101B-9397-08002B2CF9AE}" pid="13" name="psa_emetteur">
    <vt:lpwstr>DI FRANCESCO MARIA - J628083  </vt:lpwstr>
  </property>
  <property fmtid="{D5CDD505-2E9C-101B-9397-08002B2CF9AE}" pid="14" name="psa_version">
    <vt:lpwstr>1.0</vt:lpwstr>
  </property>
  <property fmtid="{D5CDD505-2E9C-101B-9397-08002B2CF9AE}" pid="15" name="psa_commentaire">
    <vt:lpwstr/>
  </property>
  <property fmtid="{D5CDD505-2E9C-101B-9397-08002B2CF9AE}" pid="16" name="psa_langue_principale">
    <vt:lpwstr>Français</vt:lpwstr>
  </property>
  <property fmtid="{D5CDD505-2E9C-101B-9397-08002B2CF9AE}" pid="17" name="psa_status">
    <vt:lpwstr>brouillon</vt:lpwstr>
  </property>
  <property fmtid="{D5CDD505-2E9C-101B-9397-08002B2CF9AE}" pid="18" name="psa_type_doc">
    <vt:lpwstr>Modèle</vt:lpwstr>
  </property>
  <property fmtid="{D5CDD505-2E9C-101B-9397-08002B2CF9AE}" pid="19" name="psa_communaute">
    <vt:lpwstr>Management Direction Qualité</vt:lpwstr>
  </property>
  <property fmtid="{D5CDD505-2E9C-101B-9397-08002B2CF9AE}" pid="20" name="psa_niveau_confidentialite">
    <vt:lpwstr>C1 - Non sensible</vt:lpwstr>
  </property>
  <property fmtid="{D5CDD505-2E9C-101B-9397-08002B2CF9AE}" pid="21" name="psa_url_fiche">
    <vt:lpwstr>http://docinfogroupe.inetpsa.com/ead/doc/ref.02022_21_00109/v.1.0</vt:lpwstr>
  </property>
  <property fmtid="{D5CDD505-2E9C-101B-9397-08002B2CF9AE}" pid="22" name="psa_url_modification">
    <vt:lpwstr>http://docinfogroupe.inetpsa.com/ead/doc/modif/ref.02022_21_00109/fiche</vt:lpwstr>
  </property>
  <property fmtid="{D5CDD505-2E9C-101B-9397-08002B2CF9AE}" pid="23" name="psa_date_publication">
    <vt:lpwstr>10/02/2021 12:21</vt:lpwstr>
  </property>
  <property fmtid="{D5CDD505-2E9C-101B-9397-08002B2CF9AE}" pid="24" name="psa_reference">
    <vt:lpwstr>02022_21_00109</vt:lpwstr>
  </property>
  <property fmtid="{D5CDD505-2E9C-101B-9397-08002B2CF9AE}" pid="25" name="ContentTypeId">
    <vt:lpwstr>0x0101002A016CE8B6FCA54A8B212FDFC9259875</vt:lpwstr>
  </property>
  <property fmtid="{D5CDD505-2E9C-101B-9397-08002B2CF9AE}" pid="26" name="MediaServiceImageTags">
    <vt:lpwstr/>
  </property>
</Properties>
</file>