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5"/>
    <p:sldMasterId id="2147483671" r:id="rId6"/>
    <p:sldMasterId id="2147483690" r:id="rId7"/>
  </p:sldMasterIdLst>
  <p:notesMasterIdLst>
    <p:notesMasterId r:id="rId23"/>
  </p:notesMasterIdLst>
  <p:handoutMasterIdLst>
    <p:handoutMasterId r:id="rId24"/>
  </p:handoutMasterIdLst>
  <p:sldIdLst>
    <p:sldId id="259" r:id="rId8"/>
    <p:sldId id="2146849398" r:id="rId9"/>
    <p:sldId id="257" r:id="rId10"/>
    <p:sldId id="296" r:id="rId11"/>
    <p:sldId id="2146849384" r:id="rId12"/>
    <p:sldId id="2146849388" r:id="rId13"/>
    <p:sldId id="260" r:id="rId14"/>
    <p:sldId id="2146849392" r:id="rId15"/>
    <p:sldId id="2146849393" r:id="rId16"/>
    <p:sldId id="2146849399" r:id="rId17"/>
    <p:sldId id="2146849402" r:id="rId18"/>
    <p:sldId id="2146849400" r:id="rId19"/>
    <p:sldId id="2146849390" r:id="rId20"/>
    <p:sldId id="2146849391" r:id="rId21"/>
    <p:sldId id="2146849389" r:id="rId22"/>
  </p:sldIdLst>
  <p:sldSz cx="9144000" cy="5143500" type="screen16x9"/>
  <p:notesSz cx="6858000" cy="9144000"/>
  <p:embeddedFontLst>
    <p:embeddedFont>
      <p:font typeface="Arial Unicode MS" panose="020B0604020202020204" pitchFamily="34" charset="-128"/>
      <p:regular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Open Sans Bold" panose="020B0806030504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Encode Sans Expanded Light" pitchFamily="2" charset="0"/>
      <p:regular r:id="rId35"/>
      <p:bold r:id="rId36"/>
    </p:embeddedFont>
    <p:embeddedFont>
      <p:font typeface="Encode Sans Expanded" panose="020B0604020202020204" charset="0"/>
      <p:regular r:id="rId37"/>
      <p:bold r:id="rId38"/>
      <p:italic r:id="rId39"/>
      <p:boldItalic r:id="rId40"/>
    </p:embeddedFont>
    <p:embeddedFont>
      <p:font typeface="Encode Sans ExpandedLight" pitchFamily="2" charset="0"/>
      <p:regular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  <p:embeddedFont>
      <p:font typeface="Encode Sans" pitchFamily="2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F5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B21B10-F6A0-42A6-A38C-36DD9F8832DE}" v="16" dt="2025-04-18T13:35:44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theme" Target="theme/theme1.xml"/><Relationship Id="rId68" Type="http://schemas.microsoft.com/office/2016/11/relationships/changesInfo" Target="changesInfos/changesInfo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6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ND TOUIL" userId="c93d8e34-2c0f-4952-82bd-d7c0fc0582a8" providerId="ADAL" clId="{E394F9AD-67BA-448D-AB67-9416625E2673}"/>
    <pc:docChg chg="undo custSel modSld">
      <pc:chgData name="HIND TOUIL" userId="c93d8e34-2c0f-4952-82bd-d7c0fc0582a8" providerId="ADAL" clId="{E394F9AD-67BA-448D-AB67-9416625E2673}" dt="2025-03-21T10:01:06.157" v="69" actId="113"/>
      <pc:docMkLst>
        <pc:docMk/>
      </pc:docMkLst>
      <pc:sldChg chg="modSp mod">
        <pc:chgData name="HIND TOUIL" userId="c93d8e34-2c0f-4952-82bd-d7c0fc0582a8" providerId="ADAL" clId="{E394F9AD-67BA-448D-AB67-9416625E2673}" dt="2025-03-21T09:14:19.646" v="65" actId="2711"/>
        <pc:sldMkLst>
          <pc:docMk/>
          <pc:sldMk cId="1400087325" sldId="258"/>
        </pc:sldMkLst>
        <pc:spChg chg="mod">
          <ac:chgData name="HIND TOUIL" userId="c93d8e34-2c0f-4952-82bd-d7c0fc0582a8" providerId="ADAL" clId="{E394F9AD-67BA-448D-AB67-9416625E2673}" dt="2025-03-21T09:14:19.646" v="65" actId="2711"/>
          <ac:spMkLst>
            <pc:docMk/>
            <pc:sldMk cId="1400087325" sldId="258"/>
            <ac:spMk id="20" creationId="{6F24391F-A852-99E4-FBB2-532DA8D4276E}"/>
          </ac:spMkLst>
        </pc:spChg>
      </pc:sldChg>
      <pc:sldChg chg="addSp delSp modSp mod">
        <pc:chgData name="HIND TOUIL" userId="c93d8e34-2c0f-4952-82bd-d7c0fc0582a8" providerId="ADAL" clId="{E394F9AD-67BA-448D-AB67-9416625E2673}" dt="2025-03-21T09:13:48.575" v="63" actId="404"/>
        <pc:sldMkLst>
          <pc:docMk/>
          <pc:sldMk cId="214000496" sldId="260"/>
        </pc:sldMkLst>
        <pc:spChg chg="add mod">
          <ac:chgData name="HIND TOUIL" userId="c93d8e34-2c0f-4952-82bd-d7c0fc0582a8" providerId="ADAL" clId="{E394F9AD-67BA-448D-AB67-9416625E2673}" dt="2025-03-21T09:13:32.113" v="61" actId="255"/>
          <ac:spMkLst>
            <pc:docMk/>
            <pc:sldMk cId="214000496" sldId="260"/>
            <ac:spMk id="4" creationId="{C72D8516-9D05-26D4-3C82-FE98F49864F9}"/>
          </ac:spMkLst>
        </pc:spChg>
        <pc:spChg chg="mod">
          <ac:chgData name="HIND TOUIL" userId="c93d8e34-2c0f-4952-82bd-d7c0fc0582a8" providerId="ADAL" clId="{E394F9AD-67BA-448D-AB67-9416625E2673}" dt="2025-03-21T09:13:32.113" v="61" actId="255"/>
          <ac:spMkLst>
            <pc:docMk/>
            <pc:sldMk cId="214000496" sldId="260"/>
            <ac:spMk id="44" creationId="{1C7C948E-F02D-B6A2-6B19-256D6D857F09}"/>
          </ac:spMkLst>
        </pc:spChg>
        <pc:spChg chg="mod">
          <ac:chgData name="HIND TOUIL" userId="c93d8e34-2c0f-4952-82bd-d7c0fc0582a8" providerId="ADAL" clId="{E394F9AD-67BA-448D-AB67-9416625E2673}" dt="2025-03-21T09:13:48.575" v="63" actId="404"/>
          <ac:spMkLst>
            <pc:docMk/>
            <pc:sldMk cId="214000496" sldId="260"/>
            <ac:spMk id="51" creationId="{00000000-0000-0000-0000-000000000000}"/>
          </ac:spMkLst>
        </pc:spChg>
        <pc:spChg chg="del">
          <ac:chgData name="HIND TOUIL" userId="c93d8e34-2c0f-4952-82bd-d7c0fc0582a8" providerId="ADAL" clId="{E394F9AD-67BA-448D-AB67-9416625E2673}" dt="2025-03-21T09:11:56.991" v="56" actId="478"/>
          <ac:spMkLst>
            <pc:docMk/>
            <pc:sldMk cId="214000496" sldId="260"/>
            <ac:spMk id="63" creationId="{00000000-0000-0000-0000-000000000000}"/>
          </ac:spMkLst>
        </pc:spChg>
        <pc:spChg chg="mod">
          <ac:chgData name="HIND TOUIL" userId="c93d8e34-2c0f-4952-82bd-d7c0fc0582a8" providerId="ADAL" clId="{E394F9AD-67BA-448D-AB67-9416625E2673}" dt="2025-03-21T09:13:32.113" v="61" actId="255"/>
          <ac:spMkLst>
            <pc:docMk/>
            <pc:sldMk cId="214000496" sldId="260"/>
            <ac:spMk id="67" creationId="{00000000-0000-0000-0000-000000000000}"/>
          </ac:spMkLst>
        </pc:spChg>
        <pc:spChg chg="mod">
          <ac:chgData name="HIND TOUIL" userId="c93d8e34-2c0f-4952-82bd-d7c0fc0582a8" providerId="ADAL" clId="{E394F9AD-67BA-448D-AB67-9416625E2673}" dt="2025-03-21T09:13:23.489" v="60" actId="688"/>
          <ac:spMkLst>
            <pc:docMk/>
            <pc:sldMk cId="214000496" sldId="260"/>
            <ac:spMk id="69" creationId="{00000000-0000-0000-0000-000000000000}"/>
          </ac:spMkLst>
        </pc:spChg>
      </pc:sldChg>
      <pc:sldChg chg="addSp delSp modSp mod">
        <pc:chgData name="HIND TOUIL" userId="c93d8e34-2c0f-4952-82bd-d7c0fc0582a8" providerId="ADAL" clId="{E394F9AD-67BA-448D-AB67-9416625E2673}" dt="2025-03-21T09:10:26.671" v="46" actId="1076"/>
        <pc:sldMkLst>
          <pc:docMk/>
          <pc:sldMk cId="702712372" sldId="311"/>
        </pc:sldMkLst>
        <pc:spChg chg="add del mod">
          <ac:chgData name="HIND TOUIL" userId="c93d8e34-2c0f-4952-82bd-d7c0fc0582a8" providerId="ADAL" clId="{E394F9AD-67BA-448D-AB67-9416625E2673}" dt="2025-03-21T09:10:22.070" v="45" actId="478"/>
          <ac:spMkLst>
            <pc:docMk/>
            <pc:sldMk cId="702712372" sldId="311"/>
            <ac:spMk id="2" creationId="{2939851B-07C7-1E28-41AF-9132D7812DD3}"/>
          </ac:spMkLst>
        </pc:spChg>
        <pc:picChg chg="mod">
          <ac:chgData name="HIND TOUIL" userId="c93d8e34-2c0f-4952-82bd-d7c0fc0582a8" providerId="ADAL" clId="{E394F9AD-67BA-448D-AB67-9416625E2673}" dt="2025-03-21T09:08:59.996" v="38" actId="14100"/>
          <ac:picMkLst>
            <pc:docMk/>
            <pc:sldMk cId="702712372" sldId="311"/>
            <ac:picMk id="4" creationId="{30E4E2CA-D8A8-C535-6428-ECBB3915480F}"/>
          </ac:picMkLst>
        </pc:picChg>
        <pc:picChg chg="mod">
          <ac:chgData name="HIND TOUIL" userId="c93d8e34-2c0f-4952-82bd-d7c0fc0582a8" providerId="ADAL" clId="{E394F9AD-67BA-448D-AB67-9416625E2673}" dt="2025-03-21T09:10:26.671" v="46" actId="1076"/>
          <ac:picMkLst>
            <pc:docMk/>
            <pc:sldMk cId="702712372" sldId="311"/>
            <ac:picMk id="6" creationId="{94063F5A-4275-02A6-7343-B846BE095DEF}"/>
          </ac:picMkLst>
        </pc:picChg>
        <pc:picChg chg="del mod">
          <ac:chgData name="HIND TOUIL" userId="c93d8e34-2c0f-4952-82bd-d7c0fc0582a8" providerId="ADAL" clId="{E394F9AD-67BA-448D-AB67-9416625E2673}" dt="2025-03-21T09:10:22.070" v="45" actId="478"/>
          <ac:picMkLst>
            <pc:docMk/>
            <pc:sldMk cId="702712372" sldId="311"/>
            <ac:picMk id="9" creationId="{03408426-C9AC-2D6A-C4C2-82622FEA3EE8}"/>
          </ac:picMkLst>
        </pc:picChg>
        <pc:picChg chg="mod">
          <ac:chgData name="HIND TOUIL" userId="c93d8e34-2c0f-4952-82bd-d7c0fc0582a8" providerId="ADAL" clId="{E394F9AD-67BA-448D-AB67-9416625E2673}" dt="2025-03-21T09:09:12.046" v="42" actId="14100"/>
          <ac:picMkLst>
            <pc:docMk/>
            <pc:sldMk cId="702712372" sldId="311"/>
            <ac:picMk id="10" creationId="{DBC0C77F-6B52-990A-7737-D7A6AB0C154A}"/>
          </ac:picMkLst>
        </pc:picChg>
      </pc:sldChg>
      <pc:sldChg chg="modSp mod">
        <pc:chgData name="HIND TOUIL" userId="c93d8e34-2c0f-4952-82bd-d7c0fc0582a8" providerId="ADAL" clId="{E394F9AD-67BA-448D-AB67-9416625E2673}" dt="2025-03-21T10:01:06.157" v="69" actId="113"/>
        <pc:sldMkLst>
          <pc:docMk/>
          <pc:sldMk cId="2355081925" sldId="2146849391"/>
        </pc:sldMkLst>
        <pc:spChg chg="mod">
          <ac:chgData name="HIND TOUIL" userId="c93d8e34-2c0f-4952-82bd-d7c0fc0582a8" providerId="ADAL" clId="{E394F9AD-67BA-448D-AB67-9416625E2673}" dt="2025-03-21T10:01:06.157" v="69" actId="113"/>
          <ac:spMkLst>
            <pc:docMk/>
            <pc:sldMk cId="2355081925" sldId="2146849391"/>
            <ac:spMk id="8" creationId="{0DA4A168-C0C8-EFFD-9F22-F7CC04AC7B16}"/>
          </ac:spMkLst>
        </pc:spChg>
      </pc:sldChg>
    </pc:docChg>
  </pc:docChgLst>
  <pc:docChgLst>
    <pc:chgData name="ANAS BELHACHMI" userId="6494f61e-335a-4157-b7c8-f1ece193bc92" providerId="ADAL" clId="{E7CA2F1D-2815-4E91-B8BA-639765E4289A}"/>
    <pc:docChg chg="undo redo custSel addSld delSld modSld sldOrd delMainMaster">
      <pc:chgData name="ANAS BELHACHMI" userId="6494f61e-335a-4157-b7c8-f1ece193bc92" providerId="ADAL" clId="{E7CA2F1D-2815-4E91-B8BA-639765E4289A}" dt="2025-03-21T10:38:03.466" v="3384" actId="790"/>
      <pc:docMkLst>
        <pc:docMk/>
      </pc:docMkLst>
      <pc:sldChg chg="addSp delSp modSp add del mod modTransition setBg">
        <pc:chgData name="ANAS BELHACHMI" userId="6494f61e-335a-4157-b7c8-f1ece193bc92" providerId="ADAL" clId="{E7CA2F1D-2815-4E91-B8BA-639765E4289A}" dt="2025-03-21T05:32:30.875" v="2926"/>
        <pc:sldMkLst>
          <pc:docMk/>
          <pc:sldMk cId="3784089036" sldId="256"/>
        </pc:sldMkLst>
        <pc:spChg chg="mod">
          <ac:chgData name="ANAS BELHACHMI" userId="6494f61e-335a-4157-b7c8-f1ece193bc92" providerId="ADAL" clId="{E7CA2F1D-2815-4E91-B8BA-639765E4289A}" dt="2025-03-20T14:57:42.553" v="1571" actId="27636"/>
          <ac:spMkLst>
            <pc:docMk/>
            <pc:sldMk cId="3784089036" sldId="256"/>
            <ac:spMk id="2" creationId="{00000000-0000-0000-0000-000000000000}"/>
          </ac:spMkLst>
        </pc:spChg>
        <pc:spChg chg="del mod topLvl">
          <ac:chgData name="ANAS BELHACHMI" userId="6494f61e-335a-4157-b7c8-f1ece193bc92" providerId="ADAL" clId="{E7CA2F1D-2815-4E91-B8BA-639765E4289A}" dt="2025-03-20T11:20:29.720" v="796" actId="478"/>
          <ac:spMkLst>
            <pc:docMk/>
            <pc:sldMk cId="3784089036" sldId="256"/>
            <ac:spMk id="5" creationId="{F9EEB4A1-E8F1-B2EF-10F3-0C3143AA50B0}"/>
          </ac:spMkLst>
        </pc:spChg>
        <pc:spChg chg="add mod">
          <ac:chgData name="ANAS BELHACHMI" userId="6494f61e-335a-4157-b7c8-f1ece193bc92" providerId="ADAL" clId="{E7CA2F1D-2815-4E91-B8BA-639765E4289A}" dt="2025-03-20T11:29:51.865" v="926" actId="478"/>
          <ac:spMkLst>
            <pc:docMk/>
            <pc:sldMk cId="3784089036" sldId="256"/>
            <ac:spMk id="6" creationId="{C4CD1AE2-A7FE-F53F-E4D7-FBD5F5549401}"/>
          </ac:spMkLst>
        </pc:spChg>
        <pc:spChg chg="del mod">
          <ac:chgData name="ANAS BELHACHMI" userId="6494f61e-335a-4157-b7c8-f1ece193bc92" providerId="ADAL" clId="{E7CA2F1D-2815-4E91-B8BA-639765E4289A}" dt="2025-03-20T11:28:11.133" v="911"/>
          <ac:spMkLst>
            <pc:docMk/>
            <pc:sldMk cId="3784089036" sldId="256"/>
            <ac:spMk id="7" creationId="{7C0EE03D-77F3-F6F8-C028-CF3073515D72}"/>
          </ac:spMkLst>
        </pc:spChg>
        <pc:spChg chg="del">
          <ac:chgData name="ANAS BELHACHMI" userId="6494f61e-335a-4157-b7c8-f1ece193bc92" providerId="ADAL" clId="{E7CA2F1D-2815-4E91-B8BA-639765E4289A}" dt="2025-03-20T11:21:37.195" v="806" actId="478"/>
          <ac:spMkLst>
            <pc:docMk/>
            <pc:sldMk cId="3784089036" sldId="256"/>
            <ac:spMk id="9" creationId="{BD337BB5-68F8-85DF-4FBF-51B803507B32}"/>
          </ac:spMkLst>
        </pc:spChg>
        <pc:spChg chg="del">
          <ac:chgData name="ANAS BELHACHMI" userId="6494f61e-335a-4157-b7c8-f1ece193bc92" providerId="ADAL" clId="{E7CA2F1D-2815-4E91-B8BA-639765E4289A}" dt="2025-03-20T11:21:40.707" v="807" actId="478"/>
          <ac:spMkLst>
            <pc:docMk/>
            <pc:sldMk cId="3784089036" sldId="256"/>
            <ac:spMk id="11" creationId="{3D4AEB87-6288-78AC-4D4C-655E8343239F}"/>
          </ac:spMkLst>
        </pc:spChg>
        <pc:spChg chg="mod">
          <ac:chgData name="ANAS BELHACHMI" userId="6494f61e-335a-4157-b7c8-f1ece193bc92" providerId="ADAL" clId="{E7CA2F1D-2815-4E91-B8BA-639765E4289A}" dt="2025-03-20T11:28:48.401" v="919" actId="26606"/>
          <ac:spMkLst>
            <pc:docMk/>
            <pc:sldMk cId="3784089036" sldId="256"/>
            <ac:spMk id="13" creationId="{9C442031-AE13-DF0C-5601-E317F87A2FDB}"/>
          </ac:spMkLst>
        </pc:spChg>
        <pc:spChg chg="add del">
          <ac:chgData name="ANAS BELHACHMI" userId="6494f61e-335a-4157-b7c8-f1ece193bc92" providerId="ADAL" clId="{E7CA2F1D-2815-4E91-B8BA-639765E4289A}" dt="2025-03-20T11:28:48.401" v="919" actId="26606"/>
          <ac:spMkLst>
            <pc:docMk/>
            <pc:sldMk cId="3784089036" sldId="256"/>
            <ac:spMk id="5127" creationId="{327D73B4-9F5C-4A64-A179-51B9500CB8B5}"/>
          </ac:spMkLst>
        </pc:spChg>
        <pc:spChg chg="add del">
          <ac:chgData name="ANAS BELHACHMI" userId="6494f61e-335a-4157-b7c8-f1ece193bc92" providerId="ADAL" clId="{E7CA2F1D-2815-4E91-B8BA-639765E4289A}" dt="2025-03-20T11:28:48.401" v="919" actId="26606"/>
          <ac:spMkLst>
            <pc:docMk/>
            <pc:sldMk cId="3784089036" sldId="256"/>
            <ac:spMk id="5133" creationId="{AB673405-BF85-493E-8558-0DCBEDB2BB49}"/>
          </ac:spMkLst>
        </pc:spChg>
        <pc:spChg chg="add del">
          <ac:chgData name="ANAS BELHACHMI" userId="6494f61e-335a-4157-b7c8-f1ece193bc92" providerId="ADAL" clId="{E7CA2F1D-2815-4E91-B8BA-639765E4289A}" dt="2025-03-20T11:28:48.401" v="919" actId="26606"/>
          <ac:spMkLst>
            <pc:docMk/>
            <pc:sldMk cId="3784089036" sldId="256"/>
            <ac:spMk id="5135" creationId="{C64EAE84-A813-4501-BC71-DBD14BA0265E}"/>
          </ac:spMkLst>
        </pc:spChg>
        <pc:spChg chg="add del">
          <ac:chgData name="ANAS BELHACHMI" userId="6494f61e-335a-4157-b7c8-f1ece193bc92" providerId="ADAL" clId="{E7CA2F1D-2815-4E91-B8BA-639765E4289A}" dt="2025-03-20T11:28:48.401" v="919" actId="26606"/>
          <ac:spMkLst>
            <pc:docMk/>
            <pc:sldMk cId="3784089036" sldId="256"/>
            <ac:spMk id="5137" creationId="{E3020543-B24B-4EC4-8FFC-8DD88EEA91A8}"/>
          </ac:spMkLst>
        </pc:spChg>
        <pc:grpChg chg="add del mod">
          <ac:chgData name="ANAS BELHACHMI" userId="6494f61e-335a-4157-b7c8-f1ece193bc92" providerId="ADAL" clId="{E7CA2F1D-2815-4E91-B8BA-639765E4289A}" dt="2025-03-20T11:20:29.720" v="796" actId="478"/>
          <ac:grpSpMkLst>
            <pc:docMk/>
            <pc:sldMk cId="3784089036" sldId="256"/>
            <ac:grpSpMk id="3" creationId="{F417BC18-0571-B2CB-250B-6A189040D2B0}"/>
          </ac:grpSpMkLst>
        </pc:grpChg>
        <pc:grpChg chg="add del">
          <ac:chgData name="ANAS BELHACHMI" userId="6494f61e-335a-4157-b7c8-f1ece193bc92" providerId="ADAL" clId="{E7CA2F1D-2815-4E91-B8BA-639765E4289A}" dt="2025-03-20T11:28:48.401" v="919" actId="26606"/>
          <ac:grpSpMkLst>
            <pc:docMk/>
            <pc:sldMk cId="3784089036" sldId="256"/>
            <ac:grpSpMk id="5129" creationId="{05BBA018-FA75-43BF-99E6-1F5245727D29}"/>
          </ac:grpSpMkLst>
        </pc:grpChg>
        <pc:picChg chg="mod topLvl">
          <ac:chgData name="ANAS BELHACHMI" userId="6494f61e-335a-4157-b7c8-f1ece193bc92" providerId="ADAL" clId="{E7CA2F1D-2815-4E91-B8BA-639765E4289A}" dt="2025-03-20T11:28:48.401" v="919" actId="26606"/>
          <ac:picMkLst>
            <pc:docMk/>
            <pc:sldMk cId="3784089036" sldId="256"/>
            <ac:picMk id="4" creationId="{10A6AA86-622E-88FB-B01B-76C14FAFFE7F}"/>
          </ac:picMkLst>
        </pc:picChg>
        <pc:picChg chg="add del mod ord">
          <ac:chgData name="ANAS BELHACHMI" userId="6494f61e-335a-4157-b7c8-f1ece193bc92" providerId="ADAL" clId="{E7CA2F1D-2815-4E91-B8BA-639765E4289A}" dt="2025-03-20T11:29:51.865" v="926" actId="478"/>
          <ac:picMkLst>
            <pc:docMk/>
            <pc:sldMk cId="3784089036" sldId="256"/>
            <ac:picMk id="5122" creationId="{2B2458BC-527D-9FE5-D18F-5A31F55591F3}"/>
          </ac:picMkLst>
        </pc:picChg>
        <pc:cxnChg chg="add del">
          <ac:chgData name="ANAS BELHACHMI" userId="6494f61e-335a-4157-b7c8-f1ece193bc92" providerId="ADAL" clId="{E7CA2F1D-2815-4E91-B8BA-639765E4289A}" dt="2025-03-20T11:28:48.401" v="919" actId="26606"/>
          <ac:cxnSpMkLst>
            <pc:docMk/>
            <pc:sldMk cId="3784089036" sldId="256"/>
            <ac:cxnSpMk id="5139" creationId="{C49DA8F6-BCC1-4447-B54C-57856834B94B}"/>
          </ac:cxnSpMkLst>
        </pc:cxnChg>
      </pc:sldChg>
      <pc:sldChg chg="add del">
        <pc:chgData name="ANAS BELHACHMI" userId="6494f61e-335a-4157-b7c8-f1ece193bc92" providerId="ADAL" clId="{E7CA2F1D-2815-4E91-B8BA-639765E4289A}" dt="2025-03-20T09:26:00.651" v="617" actId="47"/>
        <pc:sldMkLst>
          <pc:docMk/>
          <pc:sldMk cId="3979343380" sldId="257"/>
        </pc:sldMkLst>
      </pc:sldChg>
      <pc:sldChg chg="addSp delSp modSp add del mod modTransition setBg delDesignElem">
        <pc:chgData name="ANAS BELHACHMI" userId="6494f61e-335a-4157-b7c8-f1ece193bc92" providerId="ADAL" clId="{E7CA2F1D-2815-4E91-B8BA-639765E4289A}" dt="2025-03-21T10:04:24.842" v="3313" actId="1076"/>
        <pc:sldMkLst>
          <pc:docMk/>
          <pc:sldMk cId="4073581421" sldId="257"/>
        </pc:sldMkLst>
        <pc:spChg chg="add del mod">
          <ac:chgData name="ANAS BELHACHMI" userId="6494f61e-335a-4157-b7c8-f1ece193bc92" providerId="ADAL" clId="{E7CA2F1D-2815-4E91-B8BA-639765E4289A}" dt="2025-03-20T16:01:17.491" v="1701" actId="478"/>
          <ac:spMkLst>
            <pc:docMk/>
            <pc:sldMk cId="4073581421" sldId="257"/>
            <ac:spMk id="2" creationId="{095F6D23-2186-DDC4-9A3C-66166F8A26AB}"/>
          </ac:spMkLst>
        </pc:spChg>
        <pc:spChg chg="mod">
          <ac:chgData name="ANAS BELHACHMI" userId="6494f61e-335a-4157-b7c8-f1ece193bc92" providerId="ADAL" clId="{E7CA2F1D-2815-4E91-B8BA-639765E4289A}" dt="2025-03-21T10:04:24.842" v="3313" actId="1076"/>
          <ac:spMkLst>
            <pc:docMk/>
            <pc:sldMk cId="4073581421" sldId="257"/>
            <ac:spMk id="3" creationId="{C382CE6E-295B-0D78-E035-FDB7D8743C14}"/>
          </ac:spMkLst>
        </pc:spChg>
        <pc:spChg chg="add del mod">
          <ac:chgData name="ANAS BELHACHMI" userId="6494f61e-335a-4157-b7c8-f1ece193bc92" providerId="ADAL" clId="{E7CA2F1D-2815-4E91-B8BA-639765E4289A}" dt="2025-03-20T16:01:42.292" v="1707" actId="478"/>
          <ac:spMkLst>
            <pc:docMk/>
            <pc:sldMk cId="4073581421" sldId="257"/>
            <ac:spMk id="4" creationId="{4AD9C3F2-A1B9-7196-0D57-CED548BAD2DE}"/>
          </ac:spMkLst>
        </pc:spChg>
        <pc:spChg chg="add del mod">
          <ac:chgData name="ANAS BELHACHMI" userId="6494f61e-335a-4157-b7c8-f1ece193bc92" providerId="ADAL" clId="{E7CA2F1D-2815-4E91-B8BA-639765E4289A}" dt="2025-03-20T16:02:36.491" v="1709" actId="478"/>
          <ac:spMkLst>
            <pc:docMk/>
            <pc:sldMk cId="4073581421" sldId="257"/>
            <ac:spMk id="5" creationId="{394DD1AF-6F0D-B714-49EF-A188B47379F1}"/>
          </ac:spMkLst>
        </pc:spChg>
        <pc:spChg chg="add mod">
          <ac:chgData name="ANAS BELHACHMI" userId="6494f61e-335a-4157-b7c8-f1ece193bc92" providerId="ADAL" clId="{E7CA2F1D-2815-4E91-B8BA-639765E4289A}" dt="2025-03-20T16:28:29.440" v="1726"/>
          <ac:spMkLst>
            <pc:docMk/>
            <pc:sldMk cId="4073581421" sldId="257"/>
            <ac:spMk id="6" creationId="{79845D8E-D193-E441-2A7D-93A7D5810E76}"/>
          </ac:spMkLst>
        </pc:spChg>
        <pc:spChg chg="add mod">
          <ac:chgData name="ANAS BELHACHMI" userId="6494f61e-335a-4157-b7c8-f1ece193bc92" providerId="ADAL" clId="{E7CA2F1D-2815-4E91-B8BA-639765E4289A}" dt="2025-03-20T22:25:12.242" v="2430" actId="108"/>
          <ac:spMkLst>
            <pc:docMk/>
            <pc:sldMk cId="4073581421" sldId="257"/>
            <ac:spMk id="10" creationId="{E5F07AB9-0A2B-B0F3-925A-8151265B1927}"/>
          </ac:spMkLst>
        </pc:spChg>
        <pc:spChg chg="add del">
          <ac:chgData name="ANAS BELHACHMI" userId="6494f61e-335a-4157-b7c8-f1ece193bc92" providerId="ADAL" clId="{E7CA2F1D-2815-4E91-B8BA-639765E4289A}" dt="2025-03-20T16:00:01.471" v="1694"/>
          <ac:spMkLst>
            <pc:docMk/>
            <pc:sldMk cId="4073581421" sldId="257"/>
            <ac:spMk id="17" creationId="{B6FACB3C-9069-4791-BC5C-0DB7CD19B853}"/>
          </ac:spMkLst>
        </pc:spChg>
        <pc:spChg chg="add del">
          <ac:chgData name="ANAS BELHACHMI" userId="6494f61e-335a-4157-b7c8-f1ece193bc92" providerId="ADAL" clId="{E7CA2F1D-2815-4E91-B8BA-639765E4289A}" dt="2025-03-20T16:00:01.471" v="1694"/>
          <ac:spMkLst>
            <pc:docMk/>
            <pc:sldMk cId="4073581421" sldId="257"/>
            <ac:spMk id="19" creationId="{71F2038E-D777-4B76-81DD-DD13EE91B9DD}"/>
          </ac:spMkLst>
        </pc:spChg>
        <pc:grpChg chg="add del">
          <ac:chgData name="ANAS BELHACHMI" userId="6494f61e-335a-4157-b7c8-f1ece193bc92" providerId="ADAL" clId="{E7CA2F1D-2815-4E91-B8BA-639765E4289A}" dt="2025-03-20T16:00:01.471" v="1694"/>
          <ac:grpSpMkLst>
            <pc:docMk/>
            <pc:sldMk cId="4073581421" sldId="257"/>
            <ac:grpSpMk id="21" creationId="{DD354807-230F-4402-B1B9-F733A8F1F190}"/>
          </ac:grpSpMkLst>
        </pc:grpChg>
        <pc:picChg chg="mod">
          <ac:chgData name="ANAS BELHACHMI" userId="6494f61e-335a-4157-b7c8-f1ece193bc92" providerId="ADAL" clId="{E7CA2F1D-2815-4E91-B8BA-639765E4289A}" dt="2025-03-21T10:04:24.322" v="3312" actId="1076"/>
          <ac:picMkLst>
            <pc:docMk/>
            <pc:sldMk cId="4073581421" sldId="257"/>
            <ac:picMk id="7" creationId="{E730C949-24D5-CC5E-3019-0B799D53C713}"/>
          </ac:picMkLst>
        </pc:picChg>
        <pc:picChg chg="add del mod">
          <ac:chgData name="ANAS BELHACHMI" userId="6494f61e-335a-4157-b7c8-f1ece193bc92" providerId="ADAL" clId="{E7CA2F1D-2815-4E91-B8BA-639765E4289A}" dt="2025-03-20T16:32:39.298" v="1731" actId="478"/>
          <ac:picMkLst>
            <pc:docMk/>
            <pc:sldMk cId="4073581421" sldId="257"/>
            <ac:picMk id="8" creationId="{5BCDB738-CDEB-36BC-76ED-2473B33AEE89}"/>
          </ac:picMkLst>
        </pc:picChg>
        <pc:picChg chg="add mod">
          <ac:chgData name="ANAS BELHACHMI" userId="6494f61e-335a-4157-b7c8-f1ece193bc92" providerId="ADAL" clId="{E7CA2F1D-2815-4E91-B8BA-639765E4289A}" dt="2025-03-20T16:33:35.549" v="1737" actId="1076"/>
          <ac:picMkLst>
            <pc:docMk/>
            <pc:sldMk cId="4073581421" sldId="257"/>
            <ac:picMk id="9" creationId="{10DF29F1-4DEF-202D-8474-1C5EB32E340F}"/>
          </ac:picMkLst>
        </pc:picChg>
      </pc:sldChg>
      <pc:sldChg chg="addSp delSp modSp add mod modTransition">
        <pc:chgData name="ANAS BELHACHMI" userId="6494f61e-335a-4157-b7c8-f1ece193bc92" providerId="ADAL" clId="{E7CA2F1D-2815-4E91-B8BA-639765E4289A}" dt="2025-03-21T05:32:30.875" v="2926"/>
        <pc:sldMkLst>
          <pc:docMk/>
          <pc:sldMk cId="1400087325" sldId="258"/>
        </pc:sldMkLst>
        <pc:spChg chg="add">
          <ac:chgData name="ANAS BELHACHMI" userId="6494f61e-335a-4157-b7c8-f1ece193bc92" providerId="ADAL" clId="{E7CA2F1D-2815-4E91-B8BA-639765E4289A}" dt="2025-03-20T12:15:31.992" v="1237"/>
          <ac:spMkLst>
            <pc:docMk/>
            <pc:sldMk cId="1400087325" sldId="258"/>
            <ac:spMk id="2" creationId="{D3E71899-38E7-521B-8760-3599BAEA4E2F}"/>
          </ac:spMkLst>
        </pc:spChg>
        <pc:spChg chg="add mod">
          <ac:chgData name="ANAS BELHACHMI" userId="6494f61e-335a-4157-b7c8-f1ece193bc92" providerId="ADAL" clId="{E7CA2F1D-2815-4E91-B8BA-639765E4289A}" dt="2025-03-21T05:28:50.086" v="2910" actId="122"/>
          <ac:spMkLst>
            <pc:docMk/>
            <pc:sldMk cId="1400087325" sldId="258"/>
            <ac:spMk id="17" creationId="{70F00485-AC56-E19D-797C-642A84F53C9C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8" creationId="{2EF05358-DA5E-0D31-375E-671962A6CB40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9" creationId="{188ADDE3-DFB4-E9F8-7D6E-0C1A4A4FBDD2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20" creationId="{6F24391F-A852-99E4-FBB2-532DA8D4276E}"/>
          </ac:spMkLst>
        </pc:spChg>
        <pc:spChg chg="mod">
          <ac:chgData name="ANAS BELHACHMI" userId="6494f61e-335a-4157-b7c8-f1ece193bc92" providerId="ADAL" clId="{E7CA2F1D-2815-4E91-B8BA-639765E4289A}" dt="2025-03-21T05:08:06.134" v="2655" actId="404"/>
          <ac:spMkLst>
            <pc:docMk/>
            <pc:sldMk cId="1400087325" sldId="258"/>
            <ac:spMk id="21" creationId="{1D0848E9-80BB-131B-D579-02F573A0BC9B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22" creationId="{8CEB9308-D154-2014-9133-B82B414598B4}"/>
          </ac:spMkLst>
        </pc:spChg>
        <pc:spChg chg="mod">
          <ac:chgData name="ANAS BELHACHMI" userId="6494f61e-335a-4157-b7c8-f1ece193bc92" providerId="ADAL" clId="{E7CA2F1D-2815-4E91-B8BA-639765E4289A}" dt="2025-03-21T05:08:15.427" v="2658" actId="404"/>
          <ac:spMkLst>
            <pc:docMk/>
            <pc:sldMk cId="1400087325" sldId="258"/>
            <ac:spMk id="26" creationId="{4767EA7B-BAE5-F6BD-2B30-07830162179F}"/>
          </ac:spMkLst>
        </pc:spChg>
        <pc:spChg chg="mod">
          <ac:chgData name="ANAS BELHACHMI" userId="6494f61e-335a-4157-b7c8-f1ece193bc92" providerId="ADAL" clId="{E7CA2F1D-2815-4E91-B8BA-639765E4289A}" dt="2025-03-21T05:08:20.723" v="2659" actId="404"/>
          <ac:spMkLst>
            <pc:docMk/>
            <pc:sldMk cId="1400087325" sldId="258"/>
            <ac:spMk id="31" creationId="{D48DEE42-7A2C-EEBE-225E-965F7BC54DB7}"/>
          </ac:spMkLst>
        </pc:spChg>
        <pc:spChg chg="mod">
          <ac:chgData name="ANAS BELHACHMI" userId="6494f61e-335a-4157-b7c8-f1ece193bc92" providerId="ADAL" clId="{E7CA2F1D-2815-4E91-B8BA-639765E4289A}" dt="2025-03-21T05:09:41.985" v="2668" actId="403"/>
          <ac:spMkLst>
            <pc:docMk/>
            <pc:sldMk cId="1400087325" sldId="258"/>
            <ac:spMk id="32" creationId="{556393B8-ADA6-CBDB-77EB-3A071A50FC0C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33" creationId="{583821E3-E753-100A-934E-C89F3036A5DD}"/>
          </ac:spMkLst>
        </pc:spChg>
        <pc:spChg chg="mod">
          <ac:chgData name="ANAS BELHACHMI" userId="6494f61e-335a-4157-b7c8-f1ece193bc92" providerId="ADAL" clId="{E7CA2F1D-2815-4E91-B8BA-639765E4289A}" dt="2025-03-21T05:08:35.641" v="2662" actId="1076"/>
          <ac:spMkLst>
            <pc:docMk/>
            <pc:sldMk cId="1400087325" sldId="258"/>
            <ac:spMk id="34" creationId="{E666C81B-72BB-7081-5F91-DEF59A7D141E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35" creationId="{2F36857F-4218-91B3-F1E4-2DED90FCDAC2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36" creationId="{1F129824-6C2B-86FF-BCB7-1CC977961C23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37" creationId="{407856C6-BA17-B7CF-8773-85D0E2D92265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38" creationId="{F86F1F0B-BDC1-FB5B-5B19-56FE3D48EBD6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39" creationId="{9A13CC56-684C-6BED-EB06-81DF7B605F86}"/>
          </ac:spMkLst>
        </pc:spChg>
        <pc:spChg chg="mod">
          <ac:chgData name="ANAS BELHACHMI" userId="6494f61e-335a-4157-b7c8-f1ece193bc92" providerId="ADAL" clId="{E7CA2F1D-2815-4E91-B8BA-639765E4289A}" dt="2025-03-21T05:09:20.780" v="2666" actId="404"/>
          <ac:spMkLst>
            <pc:docMk/>
            <pc:sldMk cId="1400087325" sldId="258"/>
            <ac:spMk id="40" creationId="{A31F9AB3-E7FE-399A-34A5-45EF3F947904}"/>
          </ac:spMkLst>
        </pc:spChg>
        <pc:spChg chg="mod">
          <ac:chgData name="ANAS BELHACHMI" userId="6494f61e-335a-4157-b7c8-f1ece193bc92" providerId="ADAL" clId="{E7CA2F1D-2815-4E91-B8BA-639765E4289A}" dt="2025-03-21T05:11:31.877" v="2701" actId="14100"/>
          <ac:spMkLst>
            <pc:docMk/>
            <pc:sldMk cId="1400087325" sldId="258"/>
            <ac:spMk id="45" creationId="{4C4AA6C6-D872-C916-8FE9-C694DF19BF65}"/>
          </ac:spMkLst>
        </pc:spChg>
        <pc:spChg chg="mod">
          <ac:chgData name="ANAS BELHACHMI" userId="6494f61e-335a-4157-b7c8-f1ece193bc92" providerId="ADAL" clId="{E7CA2F1D-2815-4E91-B8BA-639765E4289A}" dt="2025-03-21T05:11:26.663" v="2700" actId="1038"/>
          <ac:spMkLst>
            <pc:docMk/>
            <pc:sldMk cId="1400087325" sldId="258"/>
            <ac:spMk id="47" creationId="{D92548FC-963B-57D8-8879-1E9398B93D0C}"/>
          </ac:spMkLst>
        </pc:spChg>
        <pc:spChg chg="mod">
          <ac:chgData name="ANAS BELHACHMI" userId="6494f61e-335a-4157-b7c8-f1ece193bc92" providerId="ADAL" clId="{E7CA2F1D-2815-4E91-B8BA-639765E4289A}" dt="2025-03-21T05:15:31.934" v="2731" actId="790"/>
          <ac:spMkLst>
            <pc:docMk/>
            <pc:sldMk cId="1400087325" sldId="258"/>
            <ac:spMk id="48" creationId="{CE092CCF-C392-BE2E-FCD7-BEDF1A0DEDD2}"/>
          </ac:spMkLst>
        </pc:spChg>
        <pc:spChg chg="mod">
          <ac:chgData name="ANAS BELHACHMI" userId="6494f61e-335a-4157-b7c8-f1ece193bc92" providerId="ADAL" clId="{E7CA2F1D-2815-4E91-B8BA-639765E4289A}" dt="2025-03-21T05:12:54.171" v="2712" actId="1076"/>
          <ac:spMkLst>
            <pc:docMk/>
            <pc:sldMk cId="1400087325" sldId="258"/>
            <ac:spMk id="49" creationId="{2420300F-512C-D0F3-535C-B13E22EC3AD9}"/>
          </ac:spMkLst>
        </pc:spChg>
        <pc:spChg chg="mod">
          <ac:chgData name="ANAS BELHACHMI" userId="6494f61e-335a-4157-b7c8-f1ece193bc92" providerId="ADAL" clId="{E7CA2F1D-2815-4E91-B8BA-639765E4289A}" dt="2025-03-21T05:17:14.353" v="2742" actId="1076"/>
          <ac:spMkLst>
            <pc:docMk/>
            <pc:sldMk cId="1400087325" sldId="258"/>
            <ac:spMk id="52" creationId="{AEFC58E5-05FD-6516-166F-C0199E32E044}"/>
          </ac:spMkLst>
        </pc:spChg>
        <pc:spChg chg="mod">
          <ac:chgData name="ANAS BELHACHMI" userId="6494f61e-335a-4157-b7c8-f1ece193bc92" providerId="ADAL" clId="{E7CA2F1D-2815-4E91-B8BA-639765E4289A}" dt="2025-03-21T05:17:09.200" v="2741" actId="1076"/>
          <ac:spMkLst>
            <pc:docMk/>
            <pc:sldMk cId="1400087325" sldId="258"/>
            <ac:spMk id="54" creationId="{2ED3733E-5483-64C9-47B2-AE53A091339A}"/>
          </ac:spMkLst>
        </pc:spChg>
        <pc:spChg chg="mod">
          <ac:chgData name="ANAS BELHACHMI" userId="6494f61e-335a-4157-b7c8-f1ece193bc92" providerId="ADAL" clId="{E7CA2F1D-2815-4E91-B8BA-639765E4289A}" dt="2025-03-21T05:15:57.396" v="2734" actId="790"/>
          <ac:spMkLst>
            <pc:docMk/>
            <pc:sldMk cId="1400087325" sldId="258"/>
            <ac:spMk id="55" creationId="{7A5A17DA-6E76-4556-7D36-38D6D727DA0A}"/>
          </ac:spMkLst>
        </pc:spChg>
        <pc:spChg chg="mod">
          <ac:chgData name="ANAS BELHACHMI" userId="6494f61e-335a-4157-b7c8-f1ece193bc92" providerId="ADAL" clId="{E7CA2F1D-2815-4E91-B8BA-639765E4289A}" dt="2025-03-21T05:15:48.375" v="2733" actId="790"/>
          <ac:spMkLst>
            <pc:docMk/>
            <pc:sldMk cId="1400087325" sldId="258"/>
            <ac:spMk id="56" creationId="{C4F380A8-C93F-EC4B-E329-93BB2FF5BBF2}"/>
          </ac:spMkLst>
        </pc:spChg>
        <pc:spChg chg="mod">
          <ac:chgData name="ANAS BELHACHMI" userId="6494f61e-335a-4157-b7c8-f1ece193bc92" providerId="ADAL" clId="{E7CA2F1D-2815-4E91-B8BA-639765E4289A}" dt="2025-03-21T05:15:39.735" v="2732" actId="790"/>
          <ac:spMkLst>
            <pc:docMk/>
            <pc:sldMk cId="1400087325" sldId="258"/>
            <ac:spMk id="57" creationId="{D6A37916-4FCA-C7F3-38AB-BC8365D7C4B7}"/>
          </ac:spMkLst>
        </pc:spChg>
        <pc:spChg chg="mod">
          <ac:chgData name="ANAS BELHACHMI" userId="6494f61e-335a-4157-b7c8-f1ece193bc92" providerId="ADAL" clId="{E7CA2F1D-2815-4E91-B8BA-639765E4289A}" dt="2025-03-21T05:12:44.062" v="2711" actId="14100"/>
          <ac:spMkLst>
            <pc:docMk/>
            <pc:sldMk cId="1400087325" sldId="258"/>
            <ac:spMk id="58" creationId="{31483666-6A26-EF9E-0F05-0F9AF8622319}"/>
          </ac:spMkLst>
        </pc:spChg>
        <pc:spChg chg="mod">
          <ac:chgData name="ANAS BELHACHMI" userId="6494f61e-335a-4157-b7c8-f1ece193bc92" providerId="ADAL" clId="{E7CA2F1D-2815-4E91-B8BA-639765E4289A}" dt="2025-03-21T05:14:32.199" v="2723" actId="13926"/>
          <ac:spMkLst>
            <pc:docMk/>
            <pc:sldMk cId="1400087325" sldId="258"/>
            <ac:spMk id="66" creationId="{138F0307-127B-B6D1-52A7-FB0318D0D0DA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70" creationId="{22705426-0A96-B2A1-1C4D-5197138F8637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73" creationId="{8CC98321-07AD-2F2B-FCD6-3B0F350EFCE9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74" creationId="{AC37D50C-7637-C1FF-A564-F0918D6E960A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75" creationId="{C166D052-0F14-A1F5-19BF-4E7EAF0B312C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76" creationId="{95BE4C2D-F845-FC26-AB6E-D9E9230CA00B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77" creationId="{E2E2FC55-4B09-6CF3-004B-0507D03EDC26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82" creationId="{5E5475FE-28EB-9514-38F3-3BCAB9BF96A7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84" creationId="{FE8BA91F-A05A-73F2-B0D3-3843A116FBEF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85" creationId="{A49CD8EA-00A8-9221-5DE2-B87A760783D7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86" creationId="{3553F7F8-9A02-8DD0-026C-A8A4AAAC62C1}"/>
          </ac:spMkLst>
        </pc:spChg>
        <pc:spChg chg="mod">
          <ac:chgData name="ANAS BELHACHMI" userId="6494f61e-335a-4157-b7c8-f1ece193bc92" providerId="ADAL" clId="{E7CA2F1D-2815-4E91-B8BA-639765E4289A}" dt="2025-03-21T05:14:56.457" v="2725" actId="1076"/>
          <ac:spMkLst>
            <pc:docMk/>
            <pc:sldMk cId="1400087325" sldId="258"/>
            <ac:spMk id="89" creationId="{F7748963-6987-2FAF-42F1-433646B2F7DA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90" creationId="{0283945E-F56A-2AA7-3CA8-74471E210DCB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92" creationId="{65E71213-5849-4BB9-C05F-B6BF649C8EF8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93" creationId="{6AD2AA8C-613C-C668-43A1-914644BE8C56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94" creationId="{66A972A4-8CC2-9C48-B25B-BF2A4C398A11}"/>
          </ac:spMkLst>
        </pc:spChg>
        <pc:spChg chg="mod">
          <ac:chgData name="ANAS BELHACHMI" userId="6494f61e-335a-4157-b7c8-f1ece193bc92" providerId="ADAL" clId="{E7CA2F1D-2815-4E91-B8BA-639765E4289A}" dt="2025-03-21T05:14:46.028" v="2724" actId="14100"/>
          <ac:spMkLst>
            <pc:docMk/>
            <pc:sldMk cId="1400087325" sldId="258"/>
            <ac:spMk id="95" creationId="{1B107D77-EC22-34EF-2C1E-D6738ECBCD53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99" creationId="{EB38C736-1DC9-3145-1ABB-F2472DF93EC1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2" creationId="{91F08FD8-E96A-057D-4A42-61903EB06CEF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3" creationId="{1AE1F83A-17ED-85A7-7D03-1EE720BE17C7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12" creationId="{370F42D3-AC46-B2EB-B596-EAFB5B69F2A6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15" creationId="{73E23206-883F-6D05-907C-EC71A867943E}"/>
          </ac:spMkLst>
        </pc:spChg>
        <pc:spChg chg="mod">
          <ac:chgData name="ANAS BELHACHMI" userId="6494f61e-335a-4157-b7c8-f1ece193bc92" providerId="ADAL" clId="{E7CA2F1D-2815-4E91-B8BA-639765E4289A}" dt="2025-03-21T05:21:20.862" v="2852" actId="1036"/>
          <ac:spMkLst>
            <pc:docMk/>
            <pc:sldMk cId="1400087325" sldId="258"/>
            <ac:spMk id="121" creationId="{45654F30-808C-24C0-10BF-072E01209197}"/>
          </ac:spMkLst>
        </pc:spChg>
        <pc:spChg chg="mod">
          <ac:chgData name="ANAS BELHACHMI" userId="6494f61e-335a-4157-b7c8-f1ece193bc92" providerId="ADAL" clId="{E7CA2F1D-2815-4E91-B8BA-639765E4289A}" dt="2025-03-21T05:20:34.178" v="2828" actId="1036"/>
          <ac:spMkLst>
            <pc:docMk/>
            <pc:sldMk cId="1400087325" sldId="258"/>
            <ac:spMk id="128" creationId="{B3CCE5D2-77AF-ECA9-D00E-FAC9FAC8038A}"/>
          </ac:spMkLst>
        </pc:spChg>
        <pc:spChg chg="mod">
          <ac:chgData name="ANAS BELHACHMI" userId="6494f61e-335a-4157-b7c8-f1ece193bc92" providerId="ADAL" clId="{E7CA2F1D-2815-4E91-B8BA-639765E4289A}" dt="2025-03-21T05:21:30.674" v="2853" actId="404"/>
          <ac:spMkLst>
            <pc:docMk/>
            <pc:sldMk cId="1400087325" sldId="258"/>
            <ac:spMk id="129" creationId="{14708A5F-983B-28C4-2E71-97AFDB580196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33" creationId="{6B0FF848-55AD-AA3E-949D-B51D14C3AA5B}"/>
          </ac:spMkLst>
        </pc:spChg>
        <pc:spChg chg="mod">
          <ac:chgData name="ANAS BELHACHMI" userId="6494f61e-335a-4157-b7c8-f1ece193bc92" providerId="ADAL" clId="{E7CA2F1D-2815-4E91-B8BA-639765E4289A}" dt="2025-03-21T05:20:43.908" v="2841" actId="20577"/>
          <ac:spMkLst>
            <pc:docMk/>
            <pc:sldMk cId="1400087325" sldId="258"/>
            <ac:spMk id="134" creationId="{E613299B-F8F7-1375-F6AB-4C7A8E67CF18}"/>
          </ac:spMkLst>
        </pc:spChg>
        <pc:spChg chg="mod">
          <ac:chgData name="ANAS BELHACHMI" userId="6494f61e-335a-4157-b7c8-f1ece193bc92" providerId="ADAL" clId="{E7CA2F1D-2815-4E91-B8BA-639765E4289A}" dt="2025-03-21T05:17:26.251" v="2743" actId="404"/>
          <ac:spMkLst>
            <pc:docMk/>
            <pc:sldMk cId="1400087325" sldId="258"/>
            <ac:spMk id="139" creationId="{A6A82B1A-BBAF-76CE-CA5C-8C9829A303EF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40" creationId="{1383D59F-E418-816D-70CA-D0A0B932D6A9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60" creationId="{6AA8F977-A26F-B09A-3E68-F6C037808DC5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61" creationId="{1383D59F-E418-816D-70CA-D0A0B932D6A9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68" creationId="{183F9929-B78F-96F7-C368-229656A201FB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69" creationId="{6693FE32-C1F0-2B24-57EE-59841FD84823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76" creationId="{B9ED7A6E-D513-CFA3-6D2D-DEABDD257AF0}"/>
          </ac:spMkLst>
        </pc:spChg>
        <pc:spChg chg="mod">
          <ac:chgData name="ANAS BELHACHMI" userId="6494f61e-335a-4157-b7c8-f1ece193bc92" providerId="ADAL" clId="{E7CA2F1D-2815-4E91-B8BA-639765E4289A}" dt="2025-03-21T05:23:03.819" v="2861" actId="404"/>
          <ac:spMkLst>
            <pc:docMk/>
            <pc:sldMk cId="1400087325" sldId="258"/>
            <ac:spMk id="177" creationId="{1B327428-3750-87DC-B312-5CEE49D6296F}"/>
          </ac:spMkLst>
        </pc:spChg>
        <pc:spChg chg="mod">
          <ac:chgData name="ANAS BELHACHMI" userId="6494f61e-335a-4157-b7c8-f1ece193bc92" providerId="ADAL" clId="{E7CA2F1D-2815-4E91-B8BA-639765E4289A}" dt="2025-03-21T05:22:18.316" v="2856" actId="404"/>
          <ac:spMkLst>
            <pc:docMk/>
            <pc:sldMk cId="1400087325" sldId="258"/>
            <ac:spMk id="178" creationId="{FD80999A-4218-3407-D346-59B6311354CB}"/>
          </ac:spMkLst>
        </pc:spChg>
        <pc:spChg chg="mod">
          <ac:chgData name="ANAS BELHACHMI" userId="6494f61e-335a-4157-b7c8-f1ece193bc92" providerId="ADAL" clId="{E7CA2F1D-2815-4E91-B8BA-639765E4289A}" dt="2025-03-21T05:22:11.596" v="2855" actId="404"/>
          <ac:spMkLst>
            <pc:docMk/>
            <pc:sldMk cId="1400087325" sldId="258"/>
            <ac:spMk id="179" creationId="{EAFC3A28-E52C-7E4D-3CE0-A75011B0355C}"/>
          </ac:spMkLst>
        </pc:spChg>
        <pc:spChg chg="mod">
          <ac:chgData name="ANAS BELHACHMI" userId="6494f61e-335a-4157-b7c8-f1ece193bc92" providerId="ADAL" clId="{E7CA2F1D-2815-4E91-B8BA-639765E4289A}" dt="2025-03-21T05:22:40.152" v="2860" actId="404"/>
          <ac:spMkLst>
            <pc:docMk/>
            <pc:sldMk cId="1400087325" sldId="258"/>
            <ac:spMk id="1032" creationId="{67B3A41E-A1CE-6BE5-A5CC-8A87660FD0E2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33" creationId="{5EA627D6-E020-511D-DEA8-D1AAAB882183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35" creationId="{73A02FC5-4CEC-0F06-DE10-AF2043AB2448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46" creationId="{55AC32F7-56C6-01F9-4838-320530A8A026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47" creationId="{2EBC30A2-EC98-E8F3-779F-8D9B2E5EE99F}"/>
          </ac:spMkLst>
        </pc:spChg>
        <pc:spChg chg="mod">
          <ac:chgData name="ANAS BELHACHMI" userId="6494f61e-335a-4157-b7c8-f1ece193bc92" providerId="ADAL" clId="{E7CA2F1D-2815-4E91-B8BA-639765E4289A}" dt="2025-03-21T05:22:35.380" v="2859" actId="404"/>
          <ac:spMkLst>
            <pc:docMk/>
            <pc:sldMk cId="1400087325" sldId="258"/>
            <ac:spMk id="1051" creationId="{3641C892-7929-672B-4CE4-640A90AE56F8}"/>
          </ac:spMkLst>
        </pc:spChg>
        <pc:spChg chg="mod">
          <ac:chgData name="ANAS BELHACHMI" userId="6494f61e-335a-4157-b7c8-f1ece193bc92" providerId="ADAL" clId="{E7CA2F1D-2815-4E91-B8BA-639765E4289A}" dt="2025-03-21T05:22:29.679" v="2858" actId="404"/>
          <ac:spMkLst>
            <pc:docMk/>
            <pc:sldMk cId="1400087325" sldId="258"/>
            <ac:spMk id="1056" creationId="{C81ECE52-8B43-A22E-2094-7741DF5A790C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57" creationId="{DBA07A4C-5E23-7571-65EA-6504EEEB5243}"/>
          </ac:spMkLst>
        </pc:spChg>
        <pc:spChg chg="del mod">
          <ac:chgData name="ANAS BELHACHMI" userId="6494f61e-335a-4157-b7c8-f1ece193bc92" providerId="ADAL" clId="{E7CA2F1D-2815-4E91-B8BA-639765E4289A}" dt="2025-03-21T05:23:47.473" v="2865" actId="478"/>
          <ac:spMkLst>
            <pc:docMk/>
            <pc:sldMk cId="1400087325" sldId="258"/>
            <ac:spMk id="1068" creationId="{D0A92BDB-4C2E-FEAA-3757-F5EF5B6A0CA5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79" creationId="{F26DAABD-99CF-764A-B8EC-5C8BAFC64125}"/>
          </ac:spMkLst>
        </pc:spChg>
        <pc:spChg chg="mod">
          <ac:chgData name="ANAS BELHACHMI" userId="6494f61e-335a-4157-b7c8-f1ece193bc92" providerId="ADAL" clId="{E7CA2F1D-2815-4E91-B8BA-639765E4289A}" dt="2025-03-21T05:09:54.279" v="2669" actId="207"/>
          <ac:spMkLst>
            <pc:docMk/>
            <pc:sldMk cId="1400087325" sldId="258"/>
            <ac:spMk id="1080" creationId="{B4BA5248-080B-FD8C-3632-6BBA40E93D91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082" creationId="{2FCFEBE5-6DD9-ECFF-EB66-CAECECE9F0C4}"/>
          </ac:spMkLst>
        </pc:spChg>
        <pc:spChg chg="del mod">
          <ac:chgData name="ANAS BELHACHMI" userId="6494f61e-335a-4157-b7c8-f1ece193bc92" providerId="ADAL" clId="{E7CA2F1D-2815-4E91-B8BA-639765E4289A}" dt="2025-03-20T12:14:02.778" v="1235" actId="478"/>
          <ac:spMkLst>
            <pc:docMk/>
            <pc:sldMk cId="1400087325" sldId="258"/>
            <ac:spMk id="1105" creationId="{4EF40A12-1991-2D0A-1C63-DE22E2D90CF7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106" creationId="{66CAFE18-5381-489D-F915-58FA461F26AE}"/>
          </ac:spMkLst>
        </pc:spChg>
        <pc:spChg chg="mod">
          <ac:chgData name="ANAS BELHACHMI" userId="6494f61e-335a-4157-b7c8-f1ece193bc92" providerId="ADAL" clId="{E7CA2F1D-2815-4E91-B8BA-639765E4289A}" dt="2025-03-21T05:23:28.748" v="2863" actId="404"/>
          <ac:spMkLst>
            <pc:docMk/>
            <pc:sldMk cId="1400087325" sldId="258"/>
            <ac:spMk id="1107" creationId="{5088712A-0C87-D27F-E8C6-71E90409F65F}"/>
          </ac:spMkLst>
        </pc:spChg>
        <pc:spChg chg="mod">
          <ac:chgData name="ANAS BELHACHMI" userId="6494f61e-335a-4157-b7c8-f1ece193bc92" providerId="ADAL" clId="{E7CA2F1D-2815-4E91-B8BA-639765E4289A}" dt="2025-03-21T05:23:42.785" v="2864" actId="20577"/>
          <ac:spMkLst>
            <pc:docMk/>
            <pc:sldMk cId="1400087325" sldId="258"/>
            <ac:spMk id="1109" creationId="{AB674DCC-0916-964E-4128-F3C9554F1AFF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116" creationId="{B184F195-6EC8-D23B-A2AF-CD69D51407F5}"/>
          </ac:spMkLst>
        </pc:spChg>
        <pc:spChg chg="mod">
          <ac:chgData name="ANAS BELHACHMI" userId="6494f61e-335a-4157-b7c8-f1ece193bc92" providerId="ADAL" clId="{E7CA2F1D-2815-4E91-B8BA-639765E4289A}" dt="2025-03-21T05:15:22.926" v="2730" actId="790"/>
          <ac:spMkLst>
            <pc:docMk/>
            <pc:sldMk cId="1400087325" sldId="258"/>
            <ac:spMk id="1117" creationId="{FEBADA2C-6311-025C-0E75-0AB97EA55A57}"/>
          </ac:spMkLst>
        </pc:spChg>
        <pc:spChg chg="del mod">
          <ac:chgData name="ANAS BELHACHMI" userId="6494f61e-335a-4157-b7c8-f1ece193bc92" providerId="ADAL" clId="{E7CA2F1D-2815-4E91-B8BA-639765E4289A}" dt="2025-03-21T05:23:49.889" v="2866" actId="478"/>
          <ac:spMkLst>
            <pc:docMk/>
            <pc:sldMk cId="1400087325" sldId="258"/>
            <ac:spMk id="1255" creationId="{78293C54-F7D4-12B6-4FE5-8F0CC595B35A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259" creationId="{759C2F3C-44B3-EB5E-7E97-A7A39AAE8C9C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263" creationId="{256B5DF1-4B99-8605-2105-45B2F8B87E50}"/>
          </ac:spMkLst>
        </pc:spChg>
        <pc:spChg chg="mod">
          <ac:chgData name="ANAS BELHACHMI" userId="6494f61e-335a-4157-b7c8-f1ece193bc92" providerId="ADAL" clId="{E7CA2F1D-2815-4E91-B8BA-639765E4289A}" dt="2025-03-21T05:07:45.795" v="2654" actId="403"/>
          <ac:spMkLst>
            <pc:docMk/>
            <pc:sldMk cId="1400087325" sldId="258"/>
            <ac:spMk id="1276" creationId="{CC08A2C0-448B-F39E-41A7-6DBF1977C357}"/>
          </ac:spMkLst>
        </pc:spChg>
        <pc:spChg chg="add del mod">
          <ac:chgData name="ANAS BELHACHMI" userId="6494f61e-335a-4157-b7c8-f1ece193bc92" providerId="ADAL" clId="{E7CA2F1D-2815-4E91-B8BA-639765E4289A}" dt="2025-03-21T05:28:37.064" v="2908" actId="403"/>
          <ac:spMkLst>
            <pc:docMk/>
            <pc:sldMk cId="1400087325" sldId="258"/>
            <ac:spMk id="1280" creationId="{7EE77A37-89FB-6C85-207C-0D12D41E7169}"/>
          </ac:spMkLst>
        </pc:spChg>
        <pc:spChg chg="del mod">
          <ac:chgData name="ANAS BELHACHMI" userId="6494f61e-335a-4157-b7c8-f1ece193bc92" providerId="ADAL" clId="{E7CA2F1D-2815-4E91-B8BA-639765E4289A}" dt="2025-03-21T05:27:42.075" v="2892" actId="478"/>
          <ac:spMkLst>
            <pc:docMk/>
            <pc:sldMk cId="1400087325" sldId="258"/>
            <ac:spMk id="1281" creationId="{D48AE707-AC59-8EB8-C51F-914CEB3C6081}"/>
          </ac:spMkLst>
        </pc:spChg>
        <pc:spChg chg="mod">
          <ac:chgData name="ANAS BELHACHMI" userId="6494f61e-335a-4157-b7c8-f1ece193bc92" providerId="ADAL" clId="{E7CA2F1D-2815-4E91-B8BA-639765E4289A}" dt="2025-03-21T05:19:25.121" v="2764" actId="1076"/>
          <ac:spMkLst>
            <pc:docMk/>
            <pc:sldMk cId="1400087325" sldId="258"/>
            <ac:spMk id="1313" creationId="{8803D099-087E-F2E1-B5E5-6874E1A98D19}"/>
          </ac:spMkLst>
        </pc:spChg>
        <pc:grpChg chg="mod">
          <ac:chgData name="ANAS BELHACHMI" userId="6494f61e-335a-4157-b7c8-f1ece193bc92" providerId="ADAL" clId="{E7CA2F1D-2815-4E91-B8BA-639765E4289A}" dt="2025-03-21T05:07:45.795" v="2654" actId="403"/>
          <ac:grpSpMkLst>
            <pc:docMk/>
            <pc:sldMk cId="1400087325" sldId="258"/>
            <ac:grpSpMk id="23" creationId="{394B30BC-24D3-23F1-617F-EB981A989E0F}"/>
          </ac:grpSpMkLst>
        </pc:grpChg>
        <pc:grpChg chg="mod">
          <ac:chgData name="ANAS BELHACHMI" userId="6494f61e-335a-4157-b7c8-f1ece193bc92" providerId="ADAL" clId="{E7CA2F1D-2815-4E91-B8BA-639765E4289A}" dt="2025-03-21T05:07:45.795" v="2654" actId="403"/>
          <ac:grpSpMkLst>
            <pc:docMk/>
            <pc:sldMk cId="1400087325" sldId="258"/>
            <ac:grpSpMk id="28" creationId="{E16B6D19-3C13-C3DC-5D39-5FB29AD88C52}"/>
          </ac:grpSpMkLst>
        </pc:grpChg>
        <pc:picChg chg="mod">
          <ac:chgData name="ANAS BELHACHMI" userId="6494f61e-335a-4157-b7c8-f1ece193bc92" providerId="ADAL" clId="{E7CA2F1D-2815-4E91-B8BA-639765E4289A}" dt="2025-03-21T05:07:45.795" v="2654" actId="403"/>
          <ac:picMkLst>
            <pc:docMk/>
            <pc:sldMk cId="1400087325" sldId="258"/>
            <ac:picMk id="27" creationId="{A7C8E97D-500E-7792-FBB7-256EB8803A1E}"/>
          </ac:picMkLst>
        </pc:picChg>
        <pc:picChg chg="mod">
          <ac:chgData name="ANAS BELHACHMI" userId="6494f61e-335a-4157-b7c8-f1ece193bc92" providerId="ADAL" clId="{E7CA2F1D-2815-4E91-B8BA-639765E4289A}" dt="2025-03-21T05:11:26.663" v="2700" actId="1038"/>
          <ac:picMkLst>
            <pc:docMk/>
            <pc:sldMk cId="1400087325" sldId="258"/>
            <ac:picMk id="53" creationId="{B687C4C8-04BE-5ADD-852B-12CEBE591677}"/>
          </ac:picMkLst>
        </pc:picChg>
        <pc:picChg chg="mod">
          <ac:chgData name="ANAS BELHACHMI" userId="6494f61e-335a-4157-b7c8-f1ece193bc92" providerId="ADAL" clId="{E7CA2F1D-2815-4E91-B8BA-639765E4289A}" dt="2025-03-21T05:07:45.795" v="2654" actId="403"/>
          <ac:picMkLst>
            <pc:docMk/>
            <pc:sldMk cId="1400087325" sldId="258"/>
            <ac:picMk id="1028" creationId="{8B2B4278-C306-6B54-1125-A45731644DD1}"/>
          </ac:picMkLst>
        </pc:picChg>
        <pc:picChg chg="mod">
          <ac:chgData name="ANAS BELHACHMI" userId="6494f61e-335a-4157-b7c8-f1ece193bc92" providerId="ADAL" clId="{E7CA2F1D-2815-4E91-B8BA-639765E4289A}" dt="2025-03-21T05:07:45.795" v="2654" actId="403"/>
          <ac:picMkLst>
            <pc:docMk/>
            <pc:sldMk cId="1400087325" sldId="258"/>
            <ac:picMk id="1284" creationId="{114166E7-9BB6-3CB6-CCA6-D1CFE0898679}"/>
          </ac:picMkLst>
        </pc:picChg>
        <pc:picChg chg="mod">
          <ac:chgData name="ANAS BELHACHMI" userId="6494f61e-335a-4157-b7c8-f1ece193bc92" providerId="ADAL" clId="{E7CA2F1D-2815-4E91-B8BA-639765E4289A}" dt="2025-03-21T05:07:45.795" v="2654" actId="403"/>
          <ac:picMkLst>
            <pc:docMk/>
            <pc:sldMk cId="1400087325" sldId="258"/>
            <ac:picMk id="1289" creationId="{2E65F7D9-3FA0-7081-0763-5A3CFF3212F7}"/>
          </ac:picMkLst>
        </pc:picChg>
        <pc:picChg chg="mod">
          <ac:chgData name="ANAS BELHACHMI" userId="6494f61e-335a-4157-b7c8-f1ece193bc92" providerId="ADAL" clId="{E7CA2F1D-2815-4E91-B8BA-639765E4289A}" dt="2025-03-21T05:07:45.795" v="2654" actId="403"/>
          <ac:picMkLst>
            <pc:docMk/>
            <pc:sldMk cId="1400087325" sldId="258"/>
            <ac:picMk id="1311" creationId="{28AA2F95-91B6-36E7-5C4E-4B27284F884E}"/>
          </ac:picMkLst>
        </pc:picChg>
        <pc:picChg chg="mod">
          <ac:chgData name="ANAS BELHACHMI" userId="6494f61e-335a-4157-b7c8-f1ece193bc92" providerId="ADAL" clId="{E7CA2F1D-2815-4E91-B8BA-639765E4289A}" dt="2025-03-21T05:07:45.795" v="2654" actId="403"/>
          <ac:picMkLst>
            <pc:docMk/>
            <pc:sldMk cId="1400087325" sldId="258"/>
            <ac:picMk id="1324" creationId="{DE079D47-C1BD-0FF5-86CA-D9ECB908B01A}"/>
          </ac:picMkLst>
        </pc:picChg>
        <pc:cxnChg chg="add mod">
          <ac:chgData name="ANAS BELHACHMI" userId="6494f61e-335a-4157-b7c8-f1ece193bc92" providerId="ADAL" clId="{E7CA2F1D-2815-4E91-B8BA-639765E4289A}" dt="2025-03-21T05:21:16.130" v="2849" actId="1076"/>
          <ac:cxnSpMkLst>
            <pc:docMk/>
            <pc:sldMk cId="1400087325" sldId="258"/>
            <ac:cxnSpMk id="16" creationId="{9AD5646A-E117-FEB0-FC13-51FCB32DD768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41" creationId="{C7FEC16B-6B5D-D673-8BCE-F8CACB768B51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42" creationId="{90609AF3-1C3B-9C39-8751-B81867724579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43" creationId="{5D754E29-873B-C53A-8392-88794AAE2646}"/>
          </ac:cxnSpMkLst>
        </pc:cxnChg>
        <pc:cxnChg chg="mod">
          <ac:chgData name="ANAS BELHACHMI" userId="6494f61e-335a-4157-b7c8-f1ece193bc92" providerId="ADAL" clId="{E7CA2F1D-2815-4E91-B8BA-639765E4289A}" dt="2025-03-21T05:11:31.877" v="2701" actId="14100"/>
          <ac:cxnSpMkLst>
            <pc:docMk/>
            <pc:sldMk cId="1400087325" sldId="258"/>
            <ac:cxnSpMk id="44" creationId="{243A8F80-E6D7-78F1-FA2F-C3D304ADB378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46" creationId="{BF2D14CB-936C-B2C2-6D88-1363B069791D}"/>
          </ac:cxnSpMkLst>
        </pc:cxnChg>
        <pc:cxnChg chg="mod">
          <ac:chgData name="ANAS BELHACHMI" userId="6494f61e-335a-4157-b7c8-f1ece193bc92" providerId="ADAL" clId="{E7CA2F1D-2815-4E91-B8BA-639765E4289A}" dt="2025-03-21T05:11:26.663" v="2700" actId="1038"/>
          <ac:cxnSpMkLst>
            <pc:docMk/>
            <pc:sldMk cId="1400087325" sldId="258"/>
            <ac:cxnSpMk id="50" creationId="{98331DC7-A8F9-DDB0-A01A-1B003CDA1A22}"/>
          </ac:cxnSpMkLst>
        </pc:cxnChg>
        <pc:cxnChg chg="mod">
          <ac:chgData name="ANAS BELHACHMI" userId="6494f61e-335a-4157-b7c8-f1ece193bc92" providerId="ADAL" clId="{E7CA2F1D-2815-4E91-B8BA-639765E4289A}" dt="2025-03-21T05:11:26.663" v="2700" actId="1038"/>
          <ac:cxnSpMkLst>
            <pc:docMk/>
            <pc:sldMk cId="1400087325" sldId="258"/>
            <ac:cxnSpMk id="51" creationId="{37EE5CBB-9D6A-A636-CD79-5A063BB8D15E}"/>
          </ac:cxnSpMkLst>
        </pc:cxnChg>
        <pc:cxnChg chg="mod">
          <ac:chgData name="ANAS BELHACHMI" userId="6494f61e-335a-4157-b7c8-f1ece193bc92" providerId="ADAL" clId="{E7CA2F1D-2815-4E91-B8BA-639765E4289A}" dt="2025-03-21T05:11:36.902" v="2702" actId="14100"/>
          <ac:cxnSpMkLst>
            <pc:docMk/>
            <pc:sldMk cId="1400087325" sldId="258"/>
            <ac:cxnSpMk id="59" creationId="{AFE3F7F1-19D2-8515-C469-AE40AFF211A0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78" creationId="{B460ED69-C162-0319-8276-645F8AC09FA2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79" creationId="{2EA88638-1897-AD9A-252E-F3D0606A3CA4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80" creationId="{374908BF-F106-BE90-348F-A2B4216A992B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81" creationId="{99E8E67F-1528-B24F-5C30-4DDAA1CAA6F6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87" creationId="{A80DA8DF-B3A0-EE50-DF66-362480C80841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88" creationId="{7DFCAB44-3CCD-C72F-4B8D-CD0C85EACCBA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91" creationId="{B346F172-A630-9B4B-A266-2B4B73DE8EF3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96" creationId="{2820CA51-58AB-75A9-7A97-C1491329FA3D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97" creationId="{8B8391F1-46BD-AB36-E7ED-C0C0267B8749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98" creationId="{E58A4976-0676-C2B7-D81A-6BF4B562531C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0" creationId="{D97CA156-0344-C8D6-079E-2E41E1BD7CBD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1" creationId="{183D6E7C-41A6-6306-5A73-0539C68B6B06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4" creationId="{6CCC93B9-DB0D-C233-4863-826707ECC89B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7" creationId="{E77E2983-D2CD-6424-7D03-BC501B82056B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9" creationId="{0202F06A-2145-A48B-742B-EA03F86B3537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13" creationId="{0B2D9565-9859-6A3A-04D1-8DD27AED2A28}"/>
          </ac:cxnSpMkLst>
        </pc:cxnChg>
        <pc:cxnChg chg="mod">
          <ac:chgData name="ANAS BELHACHMI" userId="6494f61e-335a-4157-b7c8-f1ece193bc92" providerId="ADAL" clId="{E7CA2F1D-2815-4E91-B8BA-639765E4289A}" dt="2025-03-21T05:20:03.580" v="2783" actId="1035"/>
          <ac:cxnSpMkLst>
            <pc:docMk/>
            <pc:sldMk cId="1400087325" sldId="258"/>
            <ac:cxnSpMk id="123" creationId="{46605462-4862-7197-2BE6-0418A3D194C3}"/>
          </ac:cxnSpMkLst>
        </pc:cxnChg>
        <pc:cxnChg chg="mod">
          <ac:chgData name="ANAS BELHACHMI" userId="6494f61e-335a-4157-b7c8-f1ece193bc92" providerId="ADAL" clId="{E7CA2F1D-2815-4E91-B8BA-639765E4289A}" dt="2025-03-21T05:19:30.067" v="2765" actId="14100"/>
          <ac:cxnSpMkLst>
            <pc:docMk/>
            <pc:sldMk cId="1400087325" sldId="258"/>
            <ac:cxnSpMk id="131" creationId="{18FD3A4E-FE94-8AC7-5632-136734D97466}"/>
          </ac:cxnSpMkLst>
        </pc:cxnChg>
        <pc:cxnChg chg="del mod">
          <ac:chgData name="ANAS BELHACHMI" userId="6494f61e-335a-4157-b7c8-f1ece193bc92" providerId="ADAL" clId="{E7CA2F1D-2815-4E91-B8BA-639765E4289A}" dt="2025-03-21T05:21:08.402" v="2847" actId="478"/>
          <ac:cxnSpMkLst>
            <pc:docMk/>
            <pc:sldMk cId="1400087325" sldId="258"/>
            <ac:cxnSpMk id="146" creationId="{9990E3AB-3A0A-A66D-AFC6-E43C6097B885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73" creationId="{654F9690-B40A-8B6B-0514-89CE800C3F5B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82" creationId="{22851DC2-3FED-D6D5-4884-6F952A289085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87" creationId="{39201804-66B2-D4B3-ABB5-1C744944F2FD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36" creationId="{1731B4E1-FCA3-08A9-BD55-3372A5C71FA6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44" creationId="{620308EC-BDE1-BB99-3BBF-BA9FA692CB8B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058" creationId="{479CB135-FEF1-35BD-CF9F-5B014574D8C4}"/>
          </ac:cxnSpMkLst>
        </pc:cxnChg>
        <pc:cxnChg chg="del">
          <ac:chgData name="ANAS BELHACHMI" userId="6494f61e-335a-4157-b7c8-f1ece193bc92" providerId="ADAL" clId="{E7CA2F1D-2815-4E91-B8BA-639765E4289A}" dt="2025-03-20T12:14:05.316" v="1236" actId="478"/>
          <ac:cxnSpMkLst>
            <pc:docMk/>
            <pc:sldMk cId="1400087325" sldId="258"/>
            <ac:cxnSpMk id="1101" creationId="{286002D0-A60D-3443-AF58-348785FAEB34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256" creationId="{9130D081-8F57-AA83-B5A4-0F72A99E16BD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260" creationId="{0BAF2DBD-5856-A7EB-92B9-17D96E8DD1C9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292" creationId="{90EE23D3-C092-D356-5239-717985614BC5}"/>
          </ac:cxnSpMkLst>
        </pc:cxnChg>
        <pc:cxnChg chg="mod">
          <ac:chgData name="ANAS BELHACHMI" userId="6494f61e-335a-4157-b7c8-f1ece193bc92" providerId="ADAL" clId="{E7CA2F1D-2815-4E91-B8BA-639765E4289A}" dt="2025-03-21T05:07:45.795" v="2654" actId="403"/>
          <ac:cxnSpMkLst>
            <pc:docMk/>
            <pc:sldMk cId="1400087325" sldId="258"/>
            <ac:cxnSpMk id="1295" creationId="{EF4F115A-061A-DB62-F161-EDA4CA313154}"/>
          </ac:cxnSpMkLst>
        </pc:cxnChg>
      </pc:sldChg>
      <pc:sldChg chg="modSp mod modTransition">
        <pc:chgData name="ANAS BELHACHMI" userId="6494f61e-335a-4157-b7c8-f1ece193bc92" providerId="ADAL" clId="{E7CA2F1D-2815-4E91-B8BA-639765E4289A}" dt="2025-03-21T10:31:02.664" v="3383" actId="20577"/>
        <pc:sldMkLst>
          <pc:docMk/>
          <pc:sldMk cId="0" sldId="259"/>
        </pc:sldMkLst>
        <pc:spChg chg="mod">
          <ac:chgData name="ANAS BELHACHMI" userId="6494f61e-335a-4157-b7c8-f1ece193bc92" providerId="ADAL" clId="{E7CA2F1D-2815-4E91-B8BA-639765E4289A}" dt="2025-03-20T11:16:44.893" v="755"/>
          <ac:spMkLst>
            <pc:docMk/>
            <pc:sldMk cId="0" sldId="259"/>
            <ac:spMk id="3" creationId="{BFCF625B-A543-F80E-368B-AE0A4A0499EF}"/>
          </ac:spMkLst>
        </pc:spChg>
        <pc:spChg chg="mod">
          <ac:chgData name="ANAS BELHACHMI" userId="6494f61e-335a-4157-b7c8-f1ece193bc92" providerId="ADAL" clId="{E7CA2F1D-2815-4E91-B8BA-639765E4289A}" dt="2025-03-21T05:29:32.434" v="2912" actId="14100"/>
          <ac:spMkLst>
            <pc:docMk/>
            <pc:sldMk cId="0" sldId="259"/>
            <ac:spMk id="6" creationId="{65334BFB-5F7D-4E86-9D9E-567B41F0EFB8}"/>
          </ac:spMkLst>
        </pc:spChg>
        <pc:spChg chg="mod">
          <ac:chgData name="ANAS BELHACHMI" userId="6494f61e-335a-4157-b7c8-f1ece193bc92" providerId="ADAL" clId="{E7CA2F1D-2815-4E91-B8BA-639765E4289A}" dt="2025-03-21T10:31:02.664" v="3383" actId="20577"/>
          <ac:spMkLst>
            <pc:docMk/>
            <pc:sldMk cId="0" sldId="259"/>
            <ac:spMk id="188" creationId="{00000000-0000-0000-0000-000000000000}"/>
          </ac:spMkLst>
        </pc:spChg>
      </pc:sldChg>
      <pc:sldChg chg="addSp delSp modSp add mod ord modTransition modNotesTx">
        <pc:chgData name="ANAS BELHACHMI" userId="6494f61e-335a-4157-b7c8-f1ece193bc92" providerId="ADAL" clId="{E7CA2F1D-2815-4E91-B8BA-639765E4289A}" dt="2025-03-21T05:32:30.875" v="2926"/>
        <pc:sldMkLst>
          <pc:docMk/>
          <pc:sldMk cId="214000496" sldId="260"/>
        </pc:sldMkLst>
        <pc:spChg chg="del mod">
          <ac:chgData name="ANAS BELHACHMI" userId="6494f61e-335a-4157-b7c8-f1ece193bc92" providerId="ADAL" clId="{E7CA2F1D-2815-4E91-B8BA-639765E4289A}" dt="2025-03-20T22:28:23.264" v="2442" actId="478"/>
          <ac:spMkLst>
            <pc:docMk/>
            <pc:sldMk cId="214000496" sldId="260"/>
            <ac:spMk id="6" creationId="{CDD0BF7B-69B6-40CA-F5BD-CFFB495C1730}"/>
          </ac:spMkLst>
        </pc:spChg>
        <pc:spChg chg="del mod">
          <ac:chgData name="ANAS BELHACHMI" userId="6494f61e-335a-4157-b7c8-f1ece193bc92" providerId="ADAL" clId="{E7CA2F1D-2815-4E91-B8BA-639765E4289A}" dt="2025-03-20T22:28:27.783" v="2443" actId="478"/>
          <ac:spMkLst>
            <pc:docMk/>
            <pc:sldMk cId="214000496" sldId="260"/>
            <ac:spMk id="8" creationId="{4E841CD5-D2B5-1C57-7F0C-393C8FF9CF1E}"/>
          </ac:spMkLst>
        </pc:spChg>
        <pc:spChg chg="del mod">
          <ac:chgData name="ANAS BELHACHMI" userId="6494f61e-335a-4157-b7c8-f1ece193bc92" providerId="ADAL" clId="{E7CA2F1D-2815-4E91-B8BA-639765E4289A}" dt="2025-03-20T22:28:17.531" v="2441" actId="478"/>
          <ac:spMkLst>
            <pc:docMk/>
            <pc:sldMk cId="214000496" sldId="260"/>
            <ac:spMk id="9" creationId="{2EE6EF24-F655-E482-5155-F7AD3E494CD9}"/>
          </ac:spMkLst>
        </pc:spChg>
        <pc:spChg chg="del mod">
          <ac:chgData name="ANAS BELHACHMI" userId="6494f61e-335a-4157-b7c8-f1ece193bc92" providerId="ADAL" clId="{E7CA2F1D-2815-4E91-B8BA-639765E4289A}" dt="2025-03-20T22:28:02.773" v="2438" actId="478"/>
          <ac:spMkLst>
            <pc:docMk/>
            <pc:sldMk cId="214000496" sldId="260"/>
            <ac:spMk id="10" creationId="{E294D5CC-14AE-F610-B021-B245743F7AFC}"/>
          </ac:spMkLst>
        </pc:spChg>
        <pc:spChg chg="del mod">
          <ac:chgData name="ANAS BELHACHMI" userId="6494f61e-335a-4157-b7c8-f1ece193bc92" providerId="ADAL" clId="{E7CA2F1D-2815-4E91-B8BA-639765E4289A}" dt="2025-03-20T22:28:37.333" v="2444" actId="478"/>
          <ac:spMkLst>
            <pc:docMk/>
            <pc:sldMk cId="214000496" sldId="260"/>
            <ac:spMk id="12" creationId="{CF288A27-177D-A836-B11E-0E6AB023A5C8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14" creationId="{7F31F5BF-EE87-676E-C9FE-00E6EEF5C382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15" creationId="{50DDCEE4-3F39-FF05-39A4-88D0818A9452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16" creationId="{B8729410-0586-CDA1-DF9D-6675FC206DD0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17" creationId="{9BF62D40-B60C-85AA-5F56-2F81518F7697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18" creationId="{8C2B4B26-D080-A2B7-AA27-C146D03763F7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19" creationId="{DEF6FAC5-6143-559C-2B8B-DF20609CB418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0" creationId="{A183C922-936D-5B50-8027-C7064F415FE5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3" creationId="{3787C97C-F783-9E11-7772-328BA441B482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4" creationId="{4704DBB3-0142-062F-2BB6-7259B18B1C17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5" creationId="{6949ACA7-B6AA-81A3-C80F-A89318287159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6" creationId="{5FD221B1-BF44-0F70-D27C-F7CAAF45227D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7" creationId="{516AE22E-7171-CE27-FB45-56758EE4A0A8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28" creationId="{3E399D20-B7E4-A16D-87EF-F9537EF16FEA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31" creationId="{8A992767-2740-B73A-F61A-EBEF194A21FB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32" creationId="{27D165A6-E5D2-09D1-957A-8F2F59FFD003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33" creationId="{E0224754-9D2D-76DF-1D99-4030C4E299F8}"/>
          </ac:spMkLst>
        </pc:spChg>
        <pc:spChg chg="add mod">
          <ac:chgData name="ANAS BELHACHMI" userId="6494f61e-335a-4157-b7c8-f1ece193bc92" providerId="ADAL" clId="{E7CA2F1D-2815-4E91-B8BA-639765E4289A}" dt="2025-03-20T22:16:35.988" v="2292" actId="1076"/>
          <ac:spMkLst>
            <pc:docMk/>
            <pc:sldMk cId="214000496" sldId="260"/>
            <ac:spMk id="36" creationId="{89C017FA-439D-F3FB-4AC2-C458F2F9C561}"/>
          </ac:spMkLst>
        </pc:spChg>
        <pc:spChg chg="add del mod">
          <ac:chgData name="ANAS BELHACHMI" userId="6494f61e-335a-4157-b7c8-f1ece193bc92" providerId="ADAL" clId="{E7CA2F1D-2815-4E91-B8BA-639765E4289A}" dt="2025-03-20T22:19:02.494" v="2342" actId="478"/>
          <ac:spMkLst>
            <pc:docMk/>
            <pc:sldMk cId="214000496" sldId="260"/>
            <ac:spMk id="38" creationId="{5D4634B6-0741-E8C0-2D0B-A6574545D671}"/>
          </ac:spMkLst>
        </pc:spChg>
        <pc:spChg chg="add del mod">
          <ac:chgData name="ANAS BELHACHMI" userId="6494f61e-335a-4157-b7c8-f1ece193bc92" providerId="ADAL" clId="{E7CA2F1D-2815-4E91-B8BA-639765E4289A}" dt="2025-03-20T22:19:27.900" v="2346" actId="478"/>
          <ac:spMkLst>
            <pc:docMk/>
            <pc:sldMk cId="214000496" sldId="260"/>
            <ac:spMk id="42" creationId="{D4B77121-FC46-9401-34A3-ACD9CE10A8DF}"/>
          </ac:spMkLst>
        </pc:spChg>
        <pc:spChg chg="add del mod">
          <ac:chgData name="ANAS BELHACHMI" userId="6494f61e-335a-4157-b7c8-f1ece193bc92" providerId="ADAL" clId="{E7CA2F1D-2815-4E91-B8BA-639765E4289A}" dt="2025-03-20T22:21:48.553" v="2413" actId="313"/>
          <ac:spMkLst>
            <pc:docMk/>
            <pc:sldMk cId="214000496" sldId="260"/>
            <ac:spMk id="43" creationId="{00000000-0000-0000-0000-000000000000}"/>
          </ac:spMkLst>
        </pc:spChg>
        <pc:spChg chg="add mod">
          <ac:chgData name="ANAS BELHACHMI" userId="6494f61e-335a-4157-b7c8-f1ece193bc92" providerId="ADAL" clId="{E7CA2F1D-2815-4E91-B8BA-639765E4289A}" dt="2025-03-20T22:31:11.226" v="2460" actId="1076"/>
          <ac:spMkLst>
            <pc:docMk/>
            <pc:sldMk cId="214000496" sldId="260"/>
            <ac:spMk id="44" creationId="{1C7C948E-F02D-B6A2-6B19-256D6D857F09}"/>
          </ac:spMkLst>
        </pc:spChg>
        <pc:spChg chg="add mod">
          <ac:chgData name="ANAS BELHACHMI" userId="6494f61e-335a-4157-b7c8-f1ece193bc92" providerId="ADAL" clId="{E7CA2F1D-2815-4E91-B8BA-639765E4289A}" dt="2025-03-20T22:32:04.107" v="2467"/>
          <ac:spMkLst>
            <pc:docMk/>
            <pc:sldMk cId="214000496" sldId="260"/>
            <ac:spMk id="45" creationId="{2DA0BCCF-537C-E059-0504-0EDEC01E258D}"/>
          </ac:spMkLst>
        </pc:spChg>
        <pc:spChg chg="add del mod">
          <ac:chgData name="ANAS BELHACHMI" userId="6494f61e-335a-4157-b7c8-f1ece193bc92" providerId="ADAL" clId="{E7CA2F1D-2815-4E91-B8BA-639765E4289A}" dt="2025-03-20T22:37:53.261" v="2516" actId="478"/>
          <ac:spMkLst>
            <pc:docMk/>
            <pc:sldMk cId="214000496" sldId="260"/>
            <ac:spMk id="46" creationId="{17CCECA1-6C99-0EC0-59CF-2C94F893C638}"/>
          </ac:spMkLst>
        </pc:spChg>
        <pc:spChg chg="mod">
          <ac:chgData name="ANAS BELHACHMI" userId="6494f61e-335a-4157-b7c8-f1ece193bc92" providerId="ADAL" clId="{E7CA2F1D-2815-4E91-B8BA-639765E4289A}" dt="2025-03-20T22:30:20.281" v="2453" actId="20577"/>
          <ac:spMkLst>
            <pc:docMk/>
            <pc:sldMk cId="214000496" sldId="260"/>
            <ac:spMk id="49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28:42.558" v="2445" actId="113"/>
          <ac:spMkLst>
            <pc:docMk/>
            <pc:sldMk cId="214000496" sldId="260"/>
            <ac:spMk id="50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44:26.820" v="2520" actId="1076"/>
          <ac:spMkLst>
            <pc:docMk/>
            <pc:sldMk cId="214000496" sldId="260"/>
            <ac:spMk id="51" creationId="{00000000-0000-0000-0000-000000000000}"/>
          </ac:spMkLst>
        </pc:spChg>
        <pc:spChg chg="add del">
          <ac:chgData name="ANAS BELHACHMI" userId="6494f61e-335a-4157-b7c8-f1ece193bc92" providerId="ADAL" clId="{E7CA2F1D-2815-4E91-B8BA-639765E4289A}" dt="2025-03-20T22:44:26.470" v="2519" actId="11529"/>
          <ac:spMkLst>
            <pc:docMk/>
            <pc:sldMk cId="214000496" sldId="260"/>
            <ac:spMk id="52" creationId="{952EA21C-C562-B32F-F1F6-0C270CA81353}"/>
          </ac:spMkLst>
        </pc:spChg>
        <pc:spChg chg="mod">
          <ac:chgData name="ANAS BELHACHMI" userId="6494f61e-335a-4157-b7c8-f1ece193bc92" providerId="ADAL" clId="{E7CA2F1D-2815-4E91-B8BA-639765E4289A}" dt="2025-03-20T22:30:26.082" v="2454" actId="20577"/>
          <ac:spMkLst>
            <pc:docMk/>
            <pc:sldMk cId="214000496" sldId="260"/>
            <ac:spMk id="53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32:44.646" v="2481" actId="20577"/>
          <ac:spMkLst>
            <pc:docMk/>
            <pc:sldMk cId="214000496" sldId="260"/>
            <ac:spMk id="54" creationId="{00000000-0000-0000-0000-000000000000}"/>
          </ac:spMkLst>
        </pc:spChg>
        <pc:spChg chg="add mod">
          <ac:chgData name="ANAS BELHACHMI" userId="6494f61e-335a-4157-b7c8-f1ece193bc92" providerId="ADAL" clId="{E7CA2F1D-2815-4E91-B8BA-639765E4289A}" dt="2025-03-20T22:48:23.304" v="2596" actId="6549"/>
          <ac:spMkLst>
            <pc:docMk/>
            <pc:sldMk cId="214000496" sldId="260"/>
            <ac:spMk id="57" creationId="{AE0B8006-22CC-3061-330A-6521F240DBD4}"/>
          </ac:spMkLst>
        </pc:spChg>
        <pc:spChg chg="del mod">
          <ac:chgData name="ANAS BELHACHMI" userId="6494f61e-335a-4157-b7c8-f1ece193bc92" providerId="ADAL" clId="{E7CA2F1D-2815-4E91-B8BA-639765E4289A}" dt="2025-03-20T22:20:02.006" v="2355" actId="21"/>
          <ac:spMkLst>
            <pc:docMk/>
            <pc:sldMk cId="214000496" sldId="260"/>
            <ac:spMk id="59" creationId="{00000000-0000-0000-0000-000000000000}"/>
          </ac:spMkLst>
        </pc:spChg>
        <pc:spChg chg="del mod">
          <ac:chgData name="ANAS BELHACHMI" userId="6494f61e-335a-4157-b7c8-f1ece193bc92" providerId="ADAL" clId="{E7CA2F1D-2815-4E91-B8BA-639765E4289A}" dt="2025-03-20T22:31:06.414" v="2458" actId="478"/>
          <ac:spMkLst>
            <pc:docMk/>
            <pc:sldMk cId="214000496" sldId="260"/>
            <ac:spMk id="60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30:59.930" v="2457" actId="1076"/>
          <ac:spMkLst>
            <pc:docMk/>
            <pc:sldMk cId="214000496" sldId="260"/>
            <ac:spMk id="63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09:51.209" v="2260" actId="1076"/>
          <ac:spMkLst>
            <pc:docMk/>
            <pc:sldMk cId="214000496" sldId="260"/>
            <ac:spMk id="65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09:51.209" v="2260" actId="1076"/>
          <ac:spMkLst>
            <pc:docMk/>
            <pc:sldMk cId="214000496" sldId="260"/>
            <ac:spMk id="67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09:51.209" v="2260" actId="1076"/>
          <ac:spMkLst>
            <pc:docMk/>
            <pc:sldMk cId="214000496" sldId="260"/>
            <ac:spMk id="68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22:16:56.830" v="2328" actId="1036"/>
          <ac:spMkLst>
            <pc:docMk/>
            <pc:sldMk cId="214000496" sldId="260"/>
            <ac:spMk id="69" creationId="{00000000-0000-0000-0000-000000000000}"/>
          </ac:spMkLst>
        </pc:spChg>
        <pc:spChg chg="add mod ord">
          <ac:chgData name="ANAS BELHACHMI" userId="6494f61e-335a-4157-b7c8-f1ece193bc92" providerId="ADAL" clId="{E7CA2F1D-2815-4E91-B8BA-639765E4289A}" dt="2025-03-20T23:44:05.316" v="2602" actId="693"/>
          <ac:spMkLst>
            <pc:docMk/>
            <pc:sldMk cId="214000496" sldId="260"/>
            <ac:spMk id="70" creationId="{2D0A6A96-6E99-15BD-C996-825298B2C523}"/>
          </ac:spMkLst>
        </pc:spChg>
        <pc:picChg chg="del">
          <ac:chgData name="ANAS BELHACHMI" userId="6494f61e-335a-4157-b7c8-f1ece193bc92" providerId="ADAL" clId="{E7CA2F1D-2815-4E91-B8BA-639765E4289A}" dt="2025-03-20T12:13:02.009" v="1222" actId="478"/>
          <ac:picMkLst>
            <pc:docMk/>
            <pc:sldMk cId="214000496" sldId="260"/>
            <ac:picMk id="2" creationId="{5B557800-F400-4466-A9C1-7B1275B7C1F9}"/>
          </ac:picMkLst>
        </pc:picChg>
        <pc:picChg chg="add mod">
          <ac:chgData name="ANAS BELHACHMI" userId="6494f61e-335a-4157-b7c8-f1ece193bc92" providerId="ADAL" clId="{E7CA2F1D-2815-4E91-B8BA-639765E4289A}" dt="2025-03-20T22:09:51.209" v="2260" actId="1076"/>
          <ac:picMkLst>
            <pc:docMk/>
            <pc:sldMk cId="214000496" sldId="260"/>
            <ac:picMk id="3" creationId="{9A139B55-23EB-6787-F01D-881B1196A017}"/>
          </ac:picMkLst>
        </pc:picChg>
        <pc:picChg chg="add mod">
          <ac:chgData name="ANAS BELHACHMI" userId="6494f61e-335a-4157-b7c8-f1ece193bc92" providerId="ADAL" clId="{E7CA2F1D-2815-4E91-B8BA-639765E4289A}" dt="2025-03-20T12:13:16.740" v="1228" actId="1076"/>
          <ac:picMkLst>
            <pc:docMk/>
            <pc:sldMk cId="214000496" sldId="260"/>
            <ac:picMk id="4" creationId="{06CE01DC-1E85-5C10-2788-361E3B1489B0}"/>
          </ac:picMkLst>
        </pc:picChg>
        <pc:picChg chg="add mod">
          <ac:chgData name="ANAS BELHACHMI" userId="6494f61e-335a-4157-b7c8-f1ece193bc92" providerId="ADAL" clId="{E7CA2F1D-2815-4E91-B8BA-639765E4289A}" dt="2025-03-20T22:09:51.209" v="2260" actId="1076"/>
          <ac:picMkLst>
            <pc:docMk/>
            <pc:sldMk cId="214000496" sldId="260"/>
            <ac:picMk id="5" creationId="{0DE55798-7D3A-6F12-DC72-7AF77C8A0851}"/>
          </ac:picMkLst>
        </pc:picChg>
        <pc:picChg chg="mod">
          <ac:chgData name="ANAS BELHACHMI" userId="6494f61e-335a-4157-b7c8-f1ece193bc92" providerId="ADAL" clId="{E7CA2F1D-2815-4E91-B8BA-639765E4289A}" dt="2025-03-20T22:16:56.830" v="2328" actId="1036"/>
          <ac:picMkLst>
            <pc:docMk/>
            <pc:sldMk cId="214000496" sldId="260"/>
            <ac:picMk id="7" creationId="{13E7E486-2DD1-06AB-D566-38466D663D01}"/>
          </ac:picMkLst>
        </pc:picChg>
        <pc:picChg chg="add del mod">
          <ac:chgData name="ANAS BELHACHMI" userId="6494f61e-335a-4157-b7c8-f1ece193bc92" providerId="ADAL" clId="{E7CA2F1D-2815-4E91-B8BA-639765E4289A}" dt="2025-03-20T22:09:51.209" v="2260" actId="1076"/>
          <ac:picMkLst>
            <pc:docMk/>
            <pc:sldMk cId="214000496" sldId="260"/>
            <ac:picMk id="13" creationId="{6B437922-240A-E4C0-8BA2-A1AEDA748B28}"/>
          </ac:picMkLst>
        </pc:picChg>
        <pc:picChg chg="add mod modCrop">
          <ac:chgData name="ANAS BELHACHMI" userId="6494f61e-335a-4157-b7c8-f1ece193bc92" providerId="ADAL" clId="{E7CA2F1D-2815-4E91-B8BA-639765E4289A}" dt="2025-03-20T22:21:27.387" v="2410" actId="1076"/>
          <ac:picMkLst>
            <pc:docMk/>
            <pc:sldMk cId="214000496" sldId="260"/>
            <ac:picMk id="40" creationId="{FE57A440-5041-1950-DB51-376B61F0B4D7}"/>
          </ac:picMkLst>
        </pc:picChg>
        <pc:picChg chg="add del mod">
          <ac:chgData name="ANAS BELHACHMI" userId="6494f61e-335a-4157-b7c8-f1ece193bc92" providerId="ADAL" clId="{E7CA2F1D-2815-4E91-B8BA-639765E4289A}" dt="2025-03-20T22:37:43.456" v="2515" actId="478"/>
          <ac:picMkLst>
            <pc:docMk/>
            <pc:sldMk cId="214000496" sldId="260"/>
            <ac:picMk id="48" creationId="{A14A1BEB-0CD5-EC5F-AB1F-0E08D7741378}"/>
          </ac:picMkLst>
        </pc:picChg>
        <pc:picChg chg="mod">
          <ac:chgData name="ANAS BELHACHMI" userId="6494f61e-335a-4157-b7c8-f1ece193bc92" providerId="ADAL" clId="{E7CA2F1D-2815-4E91-B8BA-639765E4289A}" dt="2025-03-20T22:16:56.830" v="2328" actId="1036"/>
          <ac:picMkLst>
            <pc:docMk/>
            <pc:sldMk cId="214000496" sldId="260"/>
            <ac:picMk id="55" creationId="{00000000-0000-0000-0000-000000000000}"/>
          </ac:picMkLst>
        </pc:picChg>
        <pc:picChg chg="mod">
          <ac:chgData name="ANAS BELHACHMI" userId="6494f61e-335a-4157-b7c8-f1ece193bc92" providerId="ADAL" clId="{E7CA2F1D-2815-4E91-B8BA-639765E4289A}" dt="2025-03-20T22:16:56.830" v="2328" actId="1036"/>
          <ac:picMkLst>
            <pc:docMk/>
            <pc:sldMk cId="214000496" sldId="260"/>
            <ac:picMk id="56" creationId="{00000000-0000-0000-0000-000000000000}"/>
          </ac:picMkLst>
        </pc:picChg>
        <pc:picChg chg="add del mod">
          <ac:chgData name="ANAS BELHACHMI" userId="6494f61e-335a-4157-b7c8-f1ece193bc92" providerId="ADAL" clId="{E7CA2F1D-2815-4E91-B8BA-639765E4289A}" dt="2025-03-20T22:36:24.088" v="2510" actId="478"/>
          <ac:picMkLst>
            <pc:docMk/>
            <pc:sldMk cId="214000496" sldId="260"/>
            <ac:picMk id="13314" creationId="{E66C2B2D-9429-78D0-0FE2-177B4A1F4777}"/>
          </ac:picMkLst>
        </pc:picChg>
        <pc:cxnChg chg="add mod">
          <ac:chgData name="ANAS BELHACHMI" userId="6494f61e-335a-4157-b7c8-f1ece193bc92" providerId="ADAL" clId="{E7CA2F1D-2815-4E91-B8BA-639765E4289A}" dt="2025-03-20T22:16:35.988" v="2292" actId="1076"/>
          <ac:cxnSpMkLst>
            <pc:docMk/>
            <pc:sldMk cId="214000496" sldId="260"/>
            <ac:cxnSpMk id="21" creationId="{61146C7A-4DD0-F74B-5671-3ABEE1110002}"/>
          </ac:cxnSpMkLst>
        </pc:cxnChg>
        <pc:cxnChg chg="add mod">
          <ac:chgData name="ANAS BELHACHMI" userId="6494f61e-335a-4157-b7c8-f1ece193bc92" providerId="ADAL" clId="{E7CA2F1D-2815-4E91-B8BA-639765E4289A}" dt="2025-03-20T22:16:35.988" v="2292" actId="1076"/>
          <ac:cxnSpMkLst>
            <pc:docMk/>
            <pc:sldMk cId="214000496" sldId="260"/>
            <ac:cxnSpMk id="22" creationId="{1E1141B6-7D34-BEA6-2111-8AA3E14BF7EA}"/>
          </ac:cxnSpMkLst>
        </pc:cxnChg>
        <pc:cxnChg chg="add mod">
          <ac:chgData name="ANAS BELHACHMI" userId="6494f61e-335a-4157-b7c8-f1ece193bc92" providerId="ADAL" clId="{E7CA2F1D-2815-4E91-B8BA-639765E4289A}" dt="2025-03-20T22:16:35.988" v="2292" actId="1076"/>
          <ac:cxnSpMkLst>
            <pc:docMk/>
            <pc:sldMk cId="214000496" sldId="260"/>
            <ac:cxnSpMk id="29" creationId="{10424BBF-E5C8-4F48-DBC2-0A351D8A12E8}"/>
          </ac:cxnSpMkLst>
        </pc:cxnChg>
        <pc:cxnChg chg="add mod">
          <ac:chgData name="ANAS BELHACHMI" userId="6494f61e-335a-4157-b7c8-f1ece193bc92" providerId="ADAL" clId="{E7CA2F1D-2815-4E91-B8BA-639765E4289A}" dt="2025-03-20T22:16:35.988" v="2292" actId="1076"/>
          <ac:cxnSpMkLst>
            <pc:docMk/>
            <pc:sldMk cId="214000496" sldId="260"/>
            <ac:cxnSpMk id="30" creationId="{7130CDFD-785D-80E0-0D16-85E43B66BFEA}"/>
          </ac:cxnSpMkLst>
        </pc:cxnChg>
        <pc:cxnChg chg="add mod">
          <ac:chgData name="ANAS BELHACHMI" userId="6494f61e-335a-4157-b7c8-f1ece193bc92" providerId="ADAL" clId="{E7CA2F1D-2815-4E91-B8BA-639765E4289A}" dt="2025-03-20T22:16:35.988" v="2292" actId="1076"/>
          <ac:cxnSpMkLst>
            <pc:docMk/>
            <pc:sldMk cId="214000496" sldId="260"/>
            <ac:cxnSpMk id="34" creationId="{6EBD6909-2E52-9891-FFFA-3EA7B30560A1}"/>
          </ac:cxnSpMkLst>
        </pc:cxnChg>
        <pc:cxnChg chg="add mod">
          <ac:chgData name="ANAS BELHACHMI" userId="6494f61e-335a-4157-b7c8-f1ece193bc92" providerId="ADAL" clId="{E7CA2F1D-2815-4E91-B8BA-639765E4289A}" dt="2025-03-20T22:16:35.988" v="2292" actId="1076"/>
          <ac:cxnSpMkLst>
            <pc:docMk/>
            <pc:sldMk cId="214000496" sldId="260"/>
            <ac:cxnSpMk id="35" creationId="{61CA776C-8066-1BDB-4310-248D9B15638B}"/>
          </ac:cxnSpMkLst>
        </pc:cxnChg>
        <pc:cxnChg chg="mod">
          <ac:chgData name="ANAS BELHACHMI" userId="6494f61e-335a-4157-b7c8-f1ece193bc92" providerId="ADAL" clId="{E7CA2F1D-2815-4E91-B8BA-639765E4289A}" dt="2025-03-20T22:16:56.830" v="2328" actId="1036"/>
          <ac:cxnSpMkLst>
            <pc:docMk/>
            <pc:sldMk cId="214000496" sldId="260"/>
            <ac:cxnSpMk id="58" creationId="{00000000-0000-0000-0000-000000000000}"/>
          </ac:cxnSpMkLst>
        </pc:cxnChg>
        <pc:cxnChg chg="mod">
          <ac:chgData name="ANAS BELHACHMI" userId="6494f61e-335a-4157-b7c8-f1ece193bc92" providerId="ADAL" clId="{E7CA2F1D-2815-4E91-B8BA-639765E4289A}" dt="2025-03-20T22:16:56.830" v="2328" actId="1036"/>
          <ac:cxnSpMkLst>
            <pc:docMk/>
            <pc:sldMk cId="214000496" sldId="260"/>
            <ac:cxnSpMk id="61" creationId="{00000000-0000-0000-0000-000000000000}"/>
          </ac:cxnSpMkLst>
        </pc:cxnChg>
        <pc:cxnChg chg="mod">
          <ac:chgData name="ANAS BELHACHMI" userId="6494f61e-335a-4157-b7c8-f1ece193bc92" providerId="ADAL" clId="{E7CA2F1D-2815-4E91-B8BA-639765E4289A}" dt="2025-03-20T22:16:45.052" v="2293" actId="14100"/>
          <ac:cxnSpMkLst>
            <pc:docMk/>
            <pc:sldMk cId="214000496" sldId="260"/>
            <ac:cxnSpMk id="62" creationId="{00000000-0000-0000-0000-000000000000}"/>
          </ac:cxnSpMkLst>
        </pc:cxnChg>
        <pc:cxnChg chg="mod">
          <ac:chgData name="ANAS BELHACHMI" userId="6494f61e-335a-4157-b7c8-f1ece193bc92" providerId="ADAL" clId="{E7CA2F1D-2815-4E91-B8BA-639765E4289A}" dt="2025-03-20T22:09:51.209" v="2260" actId="1076"/>
          <ac:cxnSpMkLst>
            <pc:docMk/>
            <pc:sldMk cId="214000496" sldId="260"/>
            <ac:cxnSpMk id="64" creationId="{00000000-0000-0000-0000-000000000000}"/>
          </ac:cxnSpMkLst>
        </pc:cxnChg>
        <pc:cxnChg chg="mod">
          <ac:chgData name="ANAS BELHACHMI" userId="6494f61e-335a-4157-b7c8-f1ece193bc92" providerId="ADAL" clId="{E7CA2F1D-2815-4E91-B8BA-639765E4289A}" dt="2025-03-20T22:09:51.209" v="2260" actId="1076"/>
          <ac:cxnSpMkLst>
            <pc:docMk/>
            <pc:sldMk cId="214000496" sldId="260"/>
            <ac:cxnSpMk id="66" creationId="{00000000-0000-0000-0000-000000000000}"/>
          </ac:cxnSpMkLst>
        </pc:cxnChg>
      </pc:sldChg>
      <pc:sldChg chg="add del">
        <pc:chgData name="ANAS BELHACHMI" userId="6494f61e-335a-4157-b7c8-f1ece193bc92" providerId="ADAL" clId="{E7CA2F1D-2815-4E91-B8BA-639765E4289A}" dt="2025-03-20T11:13:46.279" v="721" actId="47"/>
        <pc:sldMkLst>
          <pc:docMk/>
          <pc:sldMk cId="856458782" sldId="262"/>
        </pc:sldMkLst>
      </pc:sldChg>
      <pc:sldChg chg="add del">
        <pc:chgData name="ANAS BELHACHMI" userId="6494f61e-335a-4157-b7c8-f1ece193bc92" providerId="ADAL" clId="{E7CA2F1D-2815-4E91-B8BA-639765E4289A}" dt="2025-03-20T11:01:07.396" v="650" actId="47"/>
        <pc:sldMkLst>
          <pc:docMk/>
          <pc:sldMk cId="1643184624" sldId="263"/>
        </pc:sldMkLst>
      </pc:sldChg>
      <pc:sldChg chg="addSp delSp modSp mod ord modTransition">
        <pc:chgData name="ANAS BELHACHMI" userId="6494f61e-335a-4157-b7c8-f1ece193bc92" providerId="ADAL" clId="{E7CA2F1D-2815-4E91-B8BA-639765E4289A}" dt="2025-03-21T10:04:35.374" v="3315" actId="1076"/>
        <pc:sldMkLst>
          <pc:docMk/>
          <pc:sldMk cId="2177002897" sldId="296"/>
        </pc:sldMkLst>
        <pc:spChg chg="mod">
          <ac:chgData name="ANAS BELHACHMI" userId="6494f61e-335a-4157-b7c8-f1ece193bc92" providerId="ADAL" clId="{E7CA2F1D-2815-4E91-B8BA-639765E4289A}" dt="2025-03-21T10:04:35.374" v="3315" actId="1076"/>
          <ac:spMkLst>
            <pc:docMk/>
            <pc:sldMk cId="2177002897" sldId="296"/>
            <ac:spMk id="2" creationId="{90711C0B-5FF8-4DB3-99D3-5AFB9BC49792}"/>
          </ac:spMkLst>
        </pc:spChg>
        <pc:spChg chg="mod">
          <ac:chgData name="ANAS BELHACHMI" userId="6494f61e-335a-4157-b7c8-f1ece193bc92" providerId="ADAL" clId="{E7CA2F1D-2815-4E91-B8BA-639765E4289A}" dt="2025-03-20T22:25:06.312" v="2429" actId="108"/>
          <ac:spMkLst>
            <pc:docMk/>
            <pc:sldMk cId="2177002897" sldId="296"/>
            <ac:spMk id="3" creationId="{8DA5C69F-C209-4F6B-AA50-7022217FCC06}"/>
          </ac:spMkLst>
        </pc:spChg>
        <pc:spChg chg="add del mod">
          <ac:chgData name="ANAS BELHACHMI" userId="6494f61e-335a-4157-b7c8-f1ece193bc92" providerId="ADAL" clId="{E7CA2F1D-2815-4E91-B8BA-639765E4289A}" dt="2025-03-20T11:55:13.814" v="1109" actId="478"/>
          <ac:spMkLst>
            <pc:docMk/>
            <pc:sldMk cId="2177002897" sldId="296"/>
            <ac:spMk id="6" creationId="{EDBEFEED-CB60-315D-71CB-41B2B762DA22}"/>
          </ac:spMkLst>
        </pc:spChg>
        <pc:spChg chg="add del mod">
          <ac:chgData name="ANAS BELHACHMI" userId="6494f61e-335a-4157-b7c8-f1ece193bc92" providerId="ADAL" clId="{E7CA2F1D-2815-4E91-B8BA-639765E4289A}" dt="2025-03-20T16:02:50.454" v="1711" actId="478"/>
          <ac:spMkLst>
            <pc:docMk/>
            <pc:sldMk cId="2177002897" sldId="296"/>
            <ac:spMk id="7" creationId="{2A92CF1B-7C39-E83F-718D-A79297AC80A8}"/>
          </ac:spMkLst>
        </pc:spChg>
        <pc:spChg chg="del">
          <ac:chgData name="ANAS BELHACHMI" userId="6494f61e-335a-4157-b7c8-f1ece193bc92" providerId="ADAL" clId="{E7CA2F1D-2815-4E91-B8BA-639765E4289A}" dt="2025-03-18T11:34:21.232" v="128" actId="478"/>
          <ac:spMkLst>
            <pc:docMk/>
            <pc:sldMk cId="2177002897" sldId="296"/>
            <ac:spMk id="9" creationId="{F894E913-C60F-13BE-7314-E1FC83BBED59}"/>
          </ac:spMkLst>
        </pc:spChg>
        <pc:spChg chg="del mod">
          <ac:chgData name="ANAS BELHACHMI" userId="6494f61e-335a-4157-b7c8-f1ece193bc92" providerId="ADAL" clId="{E7CA2F1D-2815-4E91-B8BA-639765E4289A}" dt="2025-03-18T11:34:21.232" v="128" actId="478"/>
          <ac:spMkLst>
            <pc:docMk/>
            <pc:sldMk cId="2177002897" sldId="296"/>
            <ac:spMk id="10" creationId="{26A7DE0A-93DB-91E7-E3F1-CFF1C0534F34}"/>
          </ac:spMkLst>
        </pc:spChg>
        <pc:spChg chg="del">
          <ac:chgData name="ANAS BELHACHMI" userId="6494f61e-335a-4157-b7c8-f1ece193bc92" providerId="ADAL" clId="{E7CA2F1D-2815-4E91-B8BA-639765E4289A}" dt="2025-03-18T11:34:21.232" v="128" actId="478"/>
          <ac:spMkLst>
            <pc:docMk/>
            <pc:sldMk cId="2177002897" sldId="296"/>
            <ac:spMk id="13" creationId="{8390EA4F-055A-68F4-A5B8-8C3CDC2786B4}"/>
          </ac:spMkLst>
        </pc:spChg>
        <pc:picChg chg="add del mod modCrop">
          <ac:chgData name="ANAS BELHACHMI" userId="6494f61e-335a-4157-b7c8-f1ece193bc92" providerId="ADAL" clId="{E7CA2F1D-2815-4E91-B8BA-639765E4289A}" dt="2025-03-20T11:01:53.713" v="652" actId="478"/>
          <ac:picMkLst>
            <pc:docMk/>
            <pc:sldMk cId="2177002897" sldId="296"/>
            <ac:picMk id="4" creationId="{609BC498-81A3-4B34-9B38-5BFD1D75DD41}"/>
          </ac:picMkLst>
        </pc:picChg>
        <pc:picChg chg="del">
          <ac:chgData name="ANAS BELHACHMI" userId="6494f61e-335a-4157-b7c8-f1ece193bc92" providerId="ADAL" clId="{E7CA2F1D-2815-4E91-B8BA-639765E4289A}" dt="2025-03-18T11:34:13.119" v="126" actId="478"/>
          <ac:picMkLst>
            <pc:docMk/>
            <pc:sldMk cId="2177002897" sldId="296"/>
            <ac:picMk id="27" creationId="{0B43F5A2-4030-8A31-1235-22D310C13964}"/>
          </ac:picMkLst>
        </pc:picChg>
        <pc:picChg chg="del">
          <ac:chgData name="ANAS BELHACHMI" userId="6494f61e-335a-4157-b7c8-f1ece193bc92" providerId="ADAL" clId="{E7CA2F1D-2815-4E91-B8BA-639765E4289A}" dt="2025-03-18T11:34:21.232" v="128" actId="478"/>
          <ac:picMkLst>
            <pc:docMk/>
            <pc:sldMk cId="2177002897" sldId="296"/>
            <ac:picMk id="2050" creationId="{B55565D2-2595-4C49-BED0-3A94A5B120EC}"/>
          </ac:picMkLst>
        </pc:picChg>
        <pc:cxnChg chg="del">
          <ac:chgData name="ANAS BELHACHMI" userId="6494f61e-335a-4157-b7c8-f1ece193bc92" providerId="ADAL" clId="{E7CA2F1D-2815-4E91-B8BA-639765E4289A}" dt="2025-03-18T11:34:21.232" v="128" actId="478"/>
          <ac:cxnSpMkLst>
            <pc:docMk/>
            <pc:sldMk cId="2177002897" sldId="296"/>
            <ac:cxnSpMk id="12" creationId="{D8C5EA2A-FDE9-45D4-73D6-17B1F5F72BF1}"/>
          </ac:cxnSpMkLst>
        </pc:cxnChg>
      </pc:sldChg>
      <pc:sldChg chg="delSp modSp del mod">
        <pc:chgData name="ANAS BELHACHMI" userId="6494f61e-335a-4157-b7c8-f1ece193bc92" providerId="ADAL" clId="{E7CA2F1D-2815-4E91-B8BA-639765E4289A}" dt="2025-03-18T13:52:24.325" v="231" actId="47"/>
        <pc:sldMkLst>
          <pc:docMk/>
          <pc:sldMk cId="2967852197" sldId="297"/>
        </pc:sldMkLst>
        <pc:spChg chg="del">
          <ac:chgData name="ANAS BELHACHMI" userId="6494f61e-335a-4157-b7c8-f1ece193bc92" providerId="ADAL" clId="{E7CA2F1D-2815-4E91-B8BA-639765E4289A}" dt="2025-03-18T11:30:02.834" v="48" actId="478"/>
          <ac:spMkLst>
            <pc:docMk/>
            <pc:sldMk cId="2967852197" sldId="297"/>
            <ac:spMk id="11" creationId="{B101B6A7-947D-438B-BD6E-FA3588BB0880}"/>
          </ac:spMkLst>
        </pc:spChg>
        <pc:picChg chg="mod">
          <ac:chgData name="ANAS BELHACHMI" userId="6494f61e-335a-4157-b7c8-f1ece193bc92" providerId="ADAL" clId="{E7CA2F1D-2815-4E91-B8BA-639765E4289A}" dt="2025-03-18T11:30:07.492" v="49" actId="14100"/>
          <ac:picMkLst>
            <pc:docMk/>
            <pc:sldMk cId="2967852197" sldId="297"/>
            <ac:picMk id="5" creationId="{507C6289-6692-49B3-E9B2-4BC382F9B8A0}"/>
          </ac:picMkLst>
        </pc:picChg>
        <pc:picChg chg="del">
          <ac:chgData name="ANAS BELHACHMI" userId="6494f61e-335a-4157-b7c8-f1ece193bc92" providerId="ADAL" clId="{E7CA2F1D-2815-4E91-B8BA-639765E4289A}" dt="2025-03-18T11:29:59.642" v="47" actId="478"/>
          <ac:picMkLst>
            <pc:docMk/>
            <pc:sldMk cId="2967852197" sldId="297"/>
            <ac:picMk id="10" creationId="{49548D5A-2D97-4D33-9998-A14C4312EA38}"/>
          </ac:picMkLst>
        </pc:picChg>
      </pc:sldChg>
      <pc:sldChg chg="addSp modSp mod modTransition modAnim">
        <pc:chgData name="ANAS BELHACHMI" userId="6494f61e-335a-4157-b7c8-f1ece193bc92" providerId="ADAL" clId="{E7CA2F1D-2815-4E91-B8BA-639765E4289A}" dt="2025-03-21T10:17:41.926" v="3379" actId="1076"/>
        <pc:sldMkLst>
          <pc:docMk/>
          <pc:sldMk cId="2917149991" sldId="303"/>
        </pc:sldMkLst>
        <pc:spChg chg="add mod">
          <ac:chgData name="ANAS BELHACHMI" userId="6494f61e-335a-4157-b7c8-f1ece193bc92" providerId="ADAL" clId="{E7CA2F1D-2815-4E91-B8BA-639765E4289A}" dt="2025-03-20T18:24:37.341" v="2031"/>
          <ac:spMkLst>
            <pc:docMk/>
            <pc:sldMk cId="2917149991" sldId="303"/>
            <ac:spMk id="2" creationId="{88F2D01A-7835-CE33-E203-70A8CA9A1E0A}"/>
          </ac:spMkLst>
        </pc:spChg>
        <pc:spChg chg="mod">
          <ac:chgData name="ANAS BELHACHMI" userId="6494f61e-335a-4157-b7c8-f1ece193bc92" providerId="ADAL" clId="{E7CA2F1D-2815-4E91-B8BA-639765E4289A}" dt="2025-03-20T22:24:18.678" v="2422" actId="108"/>
          <ac:spMkLst>
            <pc:docMk/>
            <pc:sldMk cId="2917149991" sldId="303"/>
            <ac:spMk id="3" creationId="{00000000-0000-0000-0000-000000000000}"/>
          </ac:spMkLst>
        </pc:spChg>
        <pc:spChg chg="add mod">
          <ac:chgData name="ANAS BELHACHMI" userId="6494f61e-335a-4157-b7c8-f1ece193bc92" providerId="ADAL" clId="{E7CA2F1D-2815-4E91-B8BA-639765E4289A}" dt="2025-03-20T18:24:42.143" v="2033" actId="1076"/>
          <ac:spMkLst>
            <pc:docMk/>
            <pc:sldMk cId="2917149991" sldId="303"/>
            <ac:spMk id="4" creationId="{45DF7232-959B-D0C3-7A89-1F6FDED9472D}"/>
          </ac:spMkLst>
        </pc:spChg>
        <pc:spChg chg="mod">
          <ac:chgData name="ANAS BELHACHMI" userId="6494f61e-335a-4157-b7c8-f1ece193bc92" providerId="ADAL" clId="{E7CA2F1D-2815-4E91-B8BA-639765E4289A}" dt="2025-03-21T10:17:24.449" v="3376" actId="14100"/>
          <ac:spMkLst>
            <pc:docMk/>
            <pc:sldMk cId="2917149991" sldId="303"/>
            <ac:spMk id="5" creationId="{90711C0B-5FF8-4DB3-99D3-5AFB9BC49792}"/>
          </ac:spMkLst>
        </pc:spChg>
        <pc:spChg chg="add mod">
          <ac:chgData name="ANAS BELHACHMI" userId="6494f61e-335a-4157-b7c8-f1ece193bc92" providerId="ADAL" clId="{E7CA2F1D-2815-4E91-B8BA-639765E4289A}" dt="2025-03-20T18:24:55.801" v="2094" actId="1035"/>
          <ac:spMkLst>
            <pc:docMk/>
            <pc:sldMk cId="2917149991" sldId="303"/>
            <ac:spMk id="7" creationId="{A753A99C-2655-0BA1-1294-6A67280E6D8C}"/>
          </ac:spMkLst>
        </pc:spChg>
        <pc:spChg chg="add mod">
          <ac:chgData name="ANAS BELHACHMI" userId="6494f61e-335a-4157-b7c8-f1ece193bc92" providerId="ADAL" clId="{E7CA2F1D-2815-4E91-B8BA-639765E4289A}" dt="2025-03-20T18:24:55.801" v="2094" actId="1035"/>
          <ac:spMkLst>
            <pc:docMk/>
            <pc:sldMk cId="2917149991" sldId="303"/>
            <ac:spMk id="8" creationId="{EFDB7014-F869-F4B7-0DD7-0F229471A7B0}"/>
          </ac:spMkLst>
        </pc:spChg>
        <pc:picChg chg="mod">
          <ac:chgData name="ANAS BELHACHMI" userId="6494f61e-335a-4157-b7c8-f1ece193bc92" providerId="ADAL" clId="{E7CA2F1D-2815-4E91-B8BA-639765E4289A}" dt="2025-03-21T10:17:37.359" v="3378" actId="14100"/>
          <ac:picMkLst>
            <pc:docMk/>
            <pc:sldMk cId="2917149991" sldId="303"/>
            <ac:picMk id="6" creationId="{AB44C478-9FB6-47E5-B566-04BB2AA22934}"/>
          </ac:picMkLst>
        </pc:picChg>
        <pc:picChg chg="add mod">
          <ac:chgData name="ANAS BELHACHMI" userId="6494f61e-335a-4157-b7c8-f1ece193bc92" providerId="ADAL" clId="{E7CA2F1D-2815-4E91-B8BA-639765E4289A}" dt="2025-03-21T10:17:41.926" v="3379" actId="1076"/>
          <ac:picMkLst>
            <pc:docMk/>
            <pc:sldMk cId="2917149991" sldId="303"/>
            <ac:picMk id="9" creationId="{4D37C606-4988-4623-4516-A6DA612D3EE1}"/>
          </ac:picMkLst>
        </pc:picChg>
      </pc:sldChg>
      <pc:sldChg chg="modSp mod modTransition">
        <pc:chgData name="ANAS BELHACHMI" userId="6494f61e-335a-4157-b7c8-f1ece193bc92" providerId="ADAL" clId="{E7CA2F1D-2815-4E91-B8BA-639765E4289A}" dt="2025-03-21T10:18:36.312" v="3380" actId="790"/>
        <pc:sldMkLst>
          <pc:docMk/>
          <pc:sldMk cId="935339309" sldId="305"/>
        </pc:sldMkLst>
        <pc:spChg chg="mod">
          <ac:chgData name="ANAS BELHACHMI" userId="6494f61e-335a-4157-b7c8-f1ece193bc92" providerId="ADAL" clId="{E7CA2F1D-2815-4E91-B8BA-639765E4289A}" dt="2025-03-20T22:24:15.935" v="2421" actId="108"/>
          <ac:spMkLst>
            <pc:docMk/>
            <pc:sldMk cId="935339309" sldId="305"/>
            <ac:spMk id="3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18:22:39.500" v="2020" actId="20577"/>
          <ac:spMkLst>
            <pc:docMk/>
            <pc:sldMk cId="935339309" sldId="305"/>
            <ac:spMk id="33" creationId="{F6010B24-DF42-4DE6-B139-DC1A0237B502}"/>
          </ac:spMkLst>
        </pc:spChg>
        <pc:spChg chg="mod">
          <ac:chgData name="ANAS BELHACHMI" userId="6494f61e-335a-4157-b7c8-f1ece193bc92" providerId="ADAL" clId="{E7CA2F1D-2815-4E91-B8BA-639765E4289A}" dt="2025-03-21T05:58:22.543" v="3167" actId="113"/>
          <ac:spMkLst>
            <pc:docMk/>
            <pc:sldMk cId="935339309" sldId="305"/>
            <ac:spMk id="41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1T05:58:33.610" v="3168" actId="14100"/>
          <ac:spMkLst>
            <pc:docMk/>
            <pc:sldMk cId="935339309" sldId="305"/>
            <ac:spMk id="46" creationId="{00000000-0000-0000-0000-000000000000}"/>
          </ac:spMkLst>
        </pc:spChg>
        <pc:graphicFrameChg chg="modGraphic">
          <ac:chgData name="ANAS BELHACHMI" userId="6494f61e-335a-4157-b7c8-f1ece193bc92" providerId="ADAL" clId="{E7CA2F1D-2815-4E91-B8BA-639765E4289A}" dt="2025-03-21T10:18:36.312" v="3380" actId="790"/>
          <ac:graphicFrameMkLst>
            <pc:docMk/>
            <pc:sldMk cId="935339309" sldId="305"/>
            <ac:graphicFrameMk id="2" creationId="{E6F29C92-2E57-7231-7D34-6CF9E238AD58}"/>
          </ac:graphicFrameMkLst>
        </pc:graphicFrameChg>
      </pc:sldChg>
      <pc:sldChg chg="modSp add mod modTransition modShow">
        <pc:chgData name="ANAS BELHACHMI" userId="6494f61e-335a-4157-b7c8-f1ece193bc92" providerId="ADAL" clId="{E7CA2F1D-2815-4E91-B8BA-639765E4289A}" dt="2025-03-21T06:00:07.946" v="3171" actId="729"/>
        <pc:sldMkLst>
          <pc:docMk/>
          <pc:sldMk cId="889244456" sldId="306"/>
        </pc:sldMkLst>
        <pc:spChg chg="mod">
          <ac:chgData name="ANAS BELHACHMI" userId="6494f61e-335a-4157-b7c8-f1ece193bc92" providerId="ADAL" clId="{E7CA2F1D-2815-4E91-B8BA-639765E4289A}" dt="2025-03-20T22:25:34.786" v="2432" actId="108"/>
          <ac:spMkLst>
            <pc:docMk/>
            <pc:sldMk cId="889244456" sldId="306"/>
            <ac:spMk id="3" creationId="{00000000-0000-0000-0000-000000000000}"/>
          </ac:spMkLst>
        </pc:spChg>
      </pc:sldChg>
      <pc:sldChg chg="del ord">
        <pc:chgData name="ANAS BELHACHMI" userId="6494f61e-335a-4157-b7c8-f1ece193bc92" providerId="ADAL" clId="{E7CA2F1D-2815-4E91-B8BA-639765E4289A}" dt="2025-03-20T11:49:47.013" v="1105" actId="47"/>
        <pc:sldMkLst>
          <pc:docMk/>
          <pc:sldMk cId="2008185968" sldId="310"/>
        </pc:sldMkLst>
      </pc:sldChg>
      <pc:sldChg chg="addSp delSp modSp mod modTransition">
        <pc:chgData name="ANAS BELHACHMI" userId="6494f61e-335a-4157-b7c8-f1ece193bc92" providerId="ADAL" clId="{E7CA2F1D-2815-4E91-B8BA-639765E4289A}" dt="2025-03-21T10:18:58.281" v="3381" actId="3626"/>
        <pc:sldMkLst>
          <pc:docMk/>
          <pc:sldMk cId="702712372" sldId="311"/>
        </pc:sldMkLst>
        <pc:spChg chg="mod">
          <ac:chgData name="ANAS BELHACHMI" userId="6494f61e-335a-4157-b7c8-f1ece193bc92" providerId="ADAL" clId="{E7CA2F1D-2815-4E91-B8BA-639765E4289A}" dt="2025-03-20T22:24:11.011" v="2420" actId="108"/>
          <ac:spMkLst>
            <pc:docMk/>
            <pc:sldMk cId="702712372" sldId="311"/>
            <ac:spMk id="3" creationId="{00000000-0000-0000-0000-000000000000}"/>
          </ac:spMkLst>
        </pc:spChg>
        <pc:picChg chg="add mod">
          <ac:chgData name="ANAS BELHACHMI" userId="6494f61e-335a-4157-b7c8-f1ece193bc92" providerId="ADAL" clId="{E7CA2F1D-2815-4E91-B8BA-639765E4289A}" dt="2025-03-20T18:33:21.723" v="2115" actId="1076"/>
          <ac:picMkLst>
            <pc:docMk/>
            <pc:sldMk cId="702712372" sldId="311"/>
            <ac:picMk id="4" creationId="{30E4E2CA-D8A8-C535-6428-ECBB3915480F}"/>
          </ac:picMkLst>
        </pc:picChg>
        <pc:picChg chg="mod">
          <ac:chgData name="ANAS BELHACHMI" userId="6494f61e-335a-4157-b7c8-f1ece193bc92" providerId="ADAL" clId="{E7CA2F1D-2815-4E91-B8BA-639765E4289A}" dt="2025-03-21T10:18:58.281" v="3381" actId="3626"/>
          <ac:picMkLst>
            <pc:docMk/>
            <pc:sldMk cId="702712372" sldId="311"/>
            <ac:picMk id="6" creationId="{94063F5A-4275-02A6-7343-B846BE095DEF}"/>
          </ac:picMkLst>
        </pc:picChg>
        <pc:picChg chg="add del mod">
          <ac:chgData name="ANAS BELHACHMI" userId="6494f61e-335a-4157-b7c8-f1ece193bc92" providerId="ADAL" clId="{E7CA2F1D-2815-4E91-B8BA-639765E4289A}" dt="2025-03-20T17:34:39.115" v="1835" actId="478"/>
          <ac:picMkLst>
            <pc:docMk/>
            <pc:sldMk cId="702712372" sldId="311"/>
            <ac:picMk id="7" creationId="{31E2AEC7-C26B-5AB5-A409-57BB549B52DE}"/>
          </ac:picMkLst>
        </pc:picChg>
        <pc:picChg chg="add mod">
          <ac:chgData name="ANAS BELHACHMI" userId="6494f61e-335a-4157-b7c8-f1ece193bc92" providerId="ADAL" clId="{E7CA2F1D-2815-4E91-B8BA-639765E4289A}" dt="2025-03-20T17:34:59.744" v="1842" actId="1076"/>
          <ac:picMkLst>
            <pc:docMk/>
            <pc:sldMk cId="702712372" sldId="311"/>
            <ac:picMk id="9" creationId="{03408426-C9AC-2D6A-C4C2-82622FEA3EE8}"/>
          </ac:picMkLst>
        </pc:picChg>
        <pc:picChg chg="add mod">
          <ac:chgData name="ANAS BELHACHMI" userId="6494f61e-335a-4157-b7c8-f1ece193bc92" providerId="ADAL" clId="{E7CA2F1D-2815-4E91-B8BA-639765E4289A}" dt="2025-03-20T18:33:37.101" v="2118" actId="1076"/>
          <ac:picMkLst>
            <pc:docMk/>
            <pc:sldMk cId="702712372" sldId="311"/>
            <ac:picMk id="10" creationId="{DBC0C77F-6B52-990A-7737-D7A6AB0C154A}"/>
          </ac:picMkLst>
        </pc:picChg>
      </pc:sldChg>
      <pc:sldChg chg="addSp modSp del mod">
        <pc:chgData name="ANAS BELHACHMI" userId="6494f61e-335a-4157-b7c8-f1ece193bc92" providerId="ADAL" clId="{E7CA2F1D-2815-4E91-B8BA-639765E4289A}" dt="2025-03-20T18:25:01.459" v="2095" actId="47"/>
        <pc:sldMkLst>
          <pc:docMk/>
          <pc:sldMk cId="196915232" sldId="313"/>
        </pc:sldMkLst>
        <pc:spChg chg="mod">
          <ac:chgData name="ANAS BELHACHMI" userId="6494f61e-335a-4157-b7c8-f1ece193bc92" providerId="ADAL" clId="{E7CA2F1D-2815-4E91-B8BA-639765E4289A}" dt="2025-03-20T15:52:45.664" v="1638" actId="108"/>
          <ac:spMkLst>
            <pc:docMk/>
            <pc:sldMk cId="196915232" sldId="313"/>
            <ac:spMk id="3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18:24:19.688" v="2028" actId="20577"/>
          <ac:spMkLst>
            <pc:docMk/>
            <pc:sldMk cId="196915232" sldId="313"/>
            <ac:spMk id="7" creationId="{00000000-0000-0000-0000-000000000000}"/>
          </ac:spMkLst>
        </pc:spChg>
        <pc:picChg chg="add mod">
          <ac:chgData name="ANAS BELHACHMI" userId="6494f61e-335a-4157-b7c8-f1ece193bc92" providerId="ADAL" clId="{E7CA2F1D-2815-4E91-B8BA-639765E4289A}" dt="2025-03-18T14:51:30.910" v="343" actId="1076"/>
          <ac:picMkLst>
            <pc:docMk/>
            <pc:sldMk cId="196915232" sldId="313"/>
            <ac:picMk id="2" creationId="{00000000-0000-0000-0000-000000000000}"/>
          </ac:picMkLst>
        </pc:picChg>
        <pc:picChg chg="mod">
          <ac:chgData name="ANAS BELHACHMI" userId="6494f61e-335a-4157-b7c8-f1ece193bc92" providerId="ADAL" clId="{E7CA2F1D-2815-4E91-B8BA-639765E4289A}" dt="2025-03-18T14:21:52.293" v="288" actId="1076"/>
          <ac:picMkLst>
            <pc:docMk/>
            <pc:sldMk cId="196915232" sldId="313"/>
            <ac:picMk id="1026" creationId="{22657BAE-7195-72F4-1361-F6916E0A3E6C}"/>
          </ac:picMkLst>
        </pc:picChg>
      </pc:sldChg>
      <pc:sldChg chg="addSp delSp modSp mod ord modTransition modAnim modShow">
        <pc:chgData name="ANAS BELHACHMI" userId="6494f61e-335a-4157-b7c8-f1ece193bc92" providerId="ADAL" clId="{E7CA2F1D-2815-4E91-B8BA-639765E4289A}" dt="2025-03-21T06:00:03.796" v="3170" actId="729"/>
        <pc:sldMkLst>
          <pc:docMk/>
          <pc:sldMk cId="3730920432" sldId="314"/>
        </pc:sldMkLst>
        <pc:spChg chg="mod">
          <ac:chgData name="ANAS BELHACHMI" userId="6494f61e-335a-4157-b7c8-f1ece193bc92" providerId="ADAL" clId="{E7CA2F1D-2815-4E91-B8BA-639765E4289A}" dt="2025-03-20T22:25:31.454" v="2431" actId="108"/>
          <ac:spMkLst>
            <pc:docMk/>
            <pc:sldMk cId="3730920432" sldId="314"/>
            <ac:spMk id="3" creationId="{00000000-0000-0000-0000-000000000000}"/>
          </ac:spMkLst>
        </pc:spChg>
        <pc:spChg chg="mod">
          <ac:chgData name="ANAS BELHACHMI" userId="6494f61e-335a-4157-b7c8-f1ece193bc92" providerId="ADAL" clId="{E7CA2F1D-2815-4E91-B8BA-639765E4289A}" dt="2025-03-20T12:42:13.621" v="1405" actId="113"/>
          <ac:spMkLst>
            <pc:docMk/>
            <pc:sldMk cId="3730920432" sldId="314"/>
            <ac:spMk id="4" creationId="{F84BDC98-9653-44E2-80AF-5F234272A56F}"/>
          </ac:spMkLst>
        </pc:spChg>
        <pc:spChg chg="mod">
          <ac:chgData name="ANAS BELHACHMI" userId="6494f61e-335a-4157-b7c8-f1ece193bc92" providerId="ADAL" clId="{E7CA2F1D-2815-4E91-B8BA-639765E4289A}" dt="2025-03-20T12:42:31.044" v="1406" actId="1076"/>
          <ac:spMkLst>
            <pc:docMk/>
            <pc:sldMk cId="3730920432" sldId="314"/>
            <ac:spMk id="20" creationId="{F7B67CD9-0201-4D72-8242-9760D502A9FB}"/>
          </ac:spMkLst>
        </pc:spChg>
        <pc:picChg chg="add mod">
          <ac:chgData name="ANAS BELHACHMI" userId="6494f61e-335a-4157-b7c8-f1ece193bc92" providerId="ADAL" clId="{E7CA2F1D-2815-4E91-B8BA-639765E4289A}" dt="2025-03-20T12:41:26.239" v="1399" actId="14100"/>
          <ac:picMkLst>
            <pc:docMk/>
            <pc:sldMk cId="3730920432" sldId="314"/>
            <ac:picMk id="2" creationId="{2442543E-A564-C838-7005-AB6950CD5B64}"/>
          </ac:picMkLst>
        </pc:picChg>
        <pc:picChg chg="mod">
          <ac:chgData name="ANAS BELHACHMI" userId="6494f61e-335a-4157-b7c8-f1ece193bc92" providerId="ADAL" clId="{E7CA2F1D-2815-4E91-B8BA-639765E4289A}" dt="2025-03-20T12:41:39.333" v="1400" actId="1076"/>
          <ac:picMkLst>
            <pc:docMk/>
            <pc:sldMk cId="3730920432" sldId="314"/>
            <ac:picMk id="6" creationId="{90B99007-4D59-4C8C-BA13-23982FAAE690}"/>
          </ac:picMkLst>
        </pc:picChg>
        <pc:picChg chg="del mod">
          <ac:chgData name="ANAS BELHACHMI" userId="6494f61e-335a-4157-b7c8-f1ece193bc92" providerId="ADAL" clId="{E7CA2F1D-2815-4E91-B8BA-639765E4289A}" dt="2025-03-20T12:38:40.370" v="1394" actId="478"/>
          <ac:picMkLst>
            <pc:docMk/>
            <pc:sldMk cId="3730920432" sldId="314"/>
            <ac:picMk id="9" creationId="{5DC4CB9B-2C4A-442A-95E3-E6D3330D6087}"/>
          </ac:picMkLst>
        </pc:picChg>
      </pc:sldChg>
      <pc:sldChg chg="del">
        <pc:chgData name="ANAS BELHACHMI" userId="6494f61e-335a-4157-b7c8-f1ece193bc92" providerId="ADAL" clId="{E7CA2F1D-2815-4E91-B8BA-639765E4289A}" dt="2025-03-18T11:19:16.083" v="0" actId="47"/>
        <pc:sldMkLst>
          <pc:docMk/>
          <pc:sldMk cId="835853655" sldId="315"/>
        </pc:sldMkLst>
      </pc:sldChg>
      <pc:sldChg chg="addSp delSp modSp mod modTransition modAnim">
        <pc:chgData name="ANAS BELHACHMI" userId="6494f61e-335a-4157-b7c8-f1ece193bc92" providerId="ADAL" clId="{E7CA2F1D-2815-4E91-B8BA-639765E4289A}" dt="2025-03-21T09:05:39.199" v="3190" actId="1076"/>
        <pc:sldMkLst>
          <pc:docMk/>
          <pc:sldMk cId="2409037993" sldId="330"/>
        </pc:sldMkLst>
        <pc:spChg chg="mod">
          <ac:chgData name="ANAS BELHACHMI" userId="6494f61e-335a-4157-b7c8-f1ece193bc92" providerId="ADAL" clId="{E7CA2F1D-2815-4E91-B8BA-639765E4289A}" dt="2025-03-20T22:23:28.774" v="2419" actId="790"/>
          <ac:spMkLst>
            <pc:docMk/>
            <pc:sldMk cId="2409037993" sldId="330"/>
            <ac:spMk id="6" creationId="{00000000-0000-0000-0000-000000000000}"/>
          </ac:spMkLst>
        </pc:spChg>
        <pc:spChg chg="add mod">
          <ac:chgData name="ANAS BELHACHMI" userId="6494f61e-335a-4157-b7c8-f1ece193bc92" providerId="ADAL" clId="{E7CA2F1D-2815-4E91-B8BA-639765E4289A}" dt="2025-03-20T22:20:27.474" v="2361"/>
          <ac:spMkLst>
            <pc:docMk/>
            <pc:sldMk cId="2409037993" sldId="330"/>
            <ac:spMk id="7" creationId="{6E84FF86-67B7-21D9-F824-11E8B994F779}"/>
          </ac:spMkLst>
        </pc:spChg>
        <pc:picChg chg="add del mod">
          <ac:chgData name="ANAS BELHACHMI" userId="6494f61e-335a-4157-b7c8-f1ece193bc92" providerId="ADAL" clId="{E7CA2F1D-2815-4E91-B8BA-639765E4289A}" dt="2025-03-20T17:46:18.585" v="1847" actId="478"/>
          <ac:picMkLst>
            <pc:docMk/>
            <pc:sldMk cId="2409037993" sldId="330"/>
            <ac:picMk id="3" creationId="{5CF2897E-1CFD-790D-7116-B2D233CEE054}"/>
          </ac:picMkLst>
        </pc:picChg>
        <pc:picChg chg="add mod">
          <ac:chgData name="ANAS BELHACHMI" userId="6494f61e-335a-4157-b7c8-f1ece193bc92" providerId="ADAL" clId="{E7CA2F1D-2815-4E91-B8BA-639765E4289A}" dt="2025-03-21T09:05:39.199" v="3190" actId="1076"/>
          <ac:picMkLst>
            <pc:docMk/>
            <pc:sldMk cId="2409037993" sldId="330"/>
            <ac:picMk id="4" creationId="{FDC22D73-0A80-4BC3-F08E-1A7B19C60501}"/>
          </ac:picMkLst>
        </pc:picChg>
      </pc:sldChg>
      <pc:sldChg chg="addSp delSp modSp del mod modNotesTx">
        <pc:chgData name="ANAS BELHACHMI" userId="6494f61e-335a-4157-b7c8-f1ece193bc92" providerId="ADAL" clId="{E7CA2F1D-2815-4E91-B8BA-639765E4289A}" dt="2025-03-18T14:51:36.348" v="344" actId="47"/>
        <pc:sldMkLst>
          <pc:docMk/>
          <pc:sldMk cId="1372285372" sldId="331"/>
        </pc:sldMkLst>
        <pc:spChg chg="mod">
          <ac:chgData name="ANAS BELHACHMI" userId="6494f61e-335a-4157-b7c8-f1ece193bc92" providerId="ADAL" clId="{E7CA2F1D-2815-4E91-B8BA-639765E4289A}" dt="2025-03-18T14:39:30.525" v="314" actId="20577"/>
          <ac:spMkLst>
            <pc:docMk/>
            <pc:sldMk cId="1372285372" sldId="331"/>
            <ac:spMk id="2" creationId="{90711C0B-5FF8-4DB3-99D3-5AFB9BC49792}"/>
          </ac:spMkLst>
        </pc:spChg>
        <pc:spChg chg="add">
          <ac:chgData name="ANAS BELHACHMI" userId="6494f61e-335a-4157-b7c8-f1ece193bc92" providerId="ADAL" clId="{E7CA2F1D-2815-4E91-B8BA-639765E4289A}" dt="2025-03-18T13:59:42.855" v="273"/>
          <ac:spMkLst>
            <pc:docMk/>
            <pc:sldMk cId="1372285372" sldId="331"/>
            <ac:spMk id="4" creationId="{33D1C397-4EE1-96BF-0B07-E5465AB48C10}"/>
          </ac:spMkLst>
        </pc:spChg>
        <pc:picChg chg="del">
          <ac:chgData name="ANAS BELHACHMI" userId="6494f61e-335a-4157-b7c8-f1ece193bc92" providerId="ADAL" clId="{E7CA2F1D-2815-4E91-B8BA-639765E4289A}" dt="2025-03-18T14:50:42.385" v="338" actId="21"/>
          <ac:picMkLst>
            <pc:docMk/>
            <pc:sldMk cId="1372285372" sldId="331"/>
            <ac:picMk id="1026" creationId="{00000000-0000-0000-0000-000000000000}"/>
          </ac:picMkLst>
        </pc:picChg>
      </pc:sldChg>
      <pc:sldChg chg="addSp modSp mod ord modTransition">
        <pc:chgData name="ANAS BELHACHMI" userId="6494f61e-335a-4157-b7c8-f1ece193bc92" providerId="ADAL" clId="{E7CA2F1D-2815-4E91-B8BA-639765E4289A}" dt="2025-03-21T10:15:00.466" v="3342" actId="20577"/>
        <pc:sldMkLst>
          <pc:docMk/>
          <pc:sldMk cId="1926487990" sldId="332"/>
        </pc:sldMkLst>
        <pc:spChg chg="mod">
          <ac:chgData name="ANAS BELHACHMI" userId="6494f61e-335a-4157-b7c8-f1ece193bc92" providerId="ADAL" clId="{E7CA2F1D-2815-4E91-B8BA-639765E4289A}" dt="2025-03-21T08:58:28.488" v="3189" actId="1076"/>
          <ac:spMkLst>
            <pc:docMk/>
            <pc:sldMk cId="1926487990" sldId="332"/>
            <ac:spMk id="2" creationId="{8BF91C1B-B81E-3C24-614C-A357DE22DE54}"/>
          </ac:spMkLst>
        </pc:spChg>
        <pc:spChg chg="add mod">
          <ac:chgData name="ANAS BELHACHMI" userId="6494f61e-335a-4157-b7c8-f1ece193bc92" providerId="ADAL" clId="{E7CA2F1D-2815-4E91-B8BA-639765E4289A}" dt="2025-03-21T10:15:00.466" v="3342" actId="20577"/>
          <ac:spMkLst>
            <pc:docMk/>
            <pc:sldMk cId="1926487990" sldId="332"/>
            <ac:spMk id="3" creationId="{23B0CFF1-B101-2386-0028-E2F9CABFA6EE}"/>
          </ac:spMkLst>
        </pc:spChg>
        <pc:spChg chg="mod">
          <ac:chgData name="ANAS BELHACHMI" userId="6494f61e-335a-4157-b7c8-f1ece193bc92" providerId="ADAL" clId="{E7CA2F1D-2815-4E91-B8BA-639765E4289A}" dt="2025-03-20T11:19:02.035" v="792" actId="20577"/>
          <ac:spMkLst>
            <pc:docMk/>
            <pc:sldMk cId="1926487990" sldId="332"/>
            <ac:spMk id="10" creationId="{5520A503-2922-8382-D465-97B5D840A48D}"/>
          </ac:spMkLst>
        </pc:spChg>
        <pc:spChg chg="mod">
          <ac:chgData name="ANAS BELHACHMI" userId="6494f61e-335a-4157-b7c8-f1ece193bc92" providerId="ADAL" clId="{E7CA2F1D-2815-4E91-B8BA-639765E4289A}" dt="2025-03-20T22:24:25.934" v="2424" actId="108"/>
          <ac:spMkLst>
            <pc:docMk/>
            <pc:sldMk cId="1926487990" sldId="332"/>
            <ac:spMk id="16" creationId="{2CE69824-C60C-44C1-04CF-BA0FABCD13B2}"/>
          </ac:spMkLst>
        </pc:spChg>
      </pc:sldChg>
      <pc:sldChg chg="addSp delSp modSp del mod setBg modAnim">
        <pc:chgData name="ANAS BELHACHMI" userId="6494f61e-335a-4157-b7c8-f1ece193bc92" providerId="ADAL" clId="{E7CA2F1D-2815-4E91-B8BA-639765E4289A}" dt="2025-03-20T11:07:40.490" v="671" actId="47"/>
        <pc:sldMkLst>
          <pc:docMk/>
          <pc:sldMk cId="3298532760" sldId="333"/>
        </pc:sldMkLst>
        <pc:spChg chg="mod">
          <ac:chgData name="ANAS BELHACHMI" userId="6494f61e-335a-4157-b7c8-f1ece193bc92" providerId="ADAL" clId="{E7CA2F1D-2815-4E91-B8BA-639765E4289A}" dt="2025-03-18T14:12:31.077" v="281" actId="26606"/>
          <ac:spMkLst>
            <pc:docMk/>
            <pc:sldMk cId="3298532760" sldId="333"/>
            <ac:spMk id="2" creationId="{B8B4ED3E-E6F9-2C44-578E-85C7163C9FE4}"/>
          </ac:spMkLst>
        </pc:spChg>
        <pc:spChg chg="mod">
          <ac:chgData name="ANAS BELHACHMI" userId="6494f61e-335a-4157-b7c8-f1ece193bc92" providerId="ADAL" clId="{E7CA2F1D-2815-4E91-B8BA-639765E4289A}" dt="2025-03-18T14:12:31.077" v="281" actId="26606"/>
          <ac:spMkLst>
            <pc:docMk/>
            <pc:sldMk cId="3298532760" sldId="333"/>
            <ac:spMk id="4" creationId="{30D0F2A6-1D3C-3873-AA25-028E4BB16E8D}"/>
          </ac:spMkLst>
        </pc:spChg>
        <pc:spChg chg="add del">
          <ac:chgData name="ANAS BELHACHMI" userId="6494f61e-335a-4157-b7c8-f1ece193bc92" providerId="ADAL" clId="{E7CA2F1D-2815-4E91-B8BA-639765E4289A}" dt="2025-03-18T14:12:31.077" v="281" actId="26606"/>
          <ac:spMkLst>
            <pc:docMk/>
            <pc:sldMk cId="3298532760" sldId="333"/>
            <ac:spMk id="1031" creationId="{B3684CCF-CEBB-4D8E-A366-95E43D4C790B}"/>
          </ac:spMkLst>
        </pc:spChg>
        <pc:spChg chg="add del">
          <ac:chgData name="ANAS BELHACHMI" userId="6494f61e-335a-4157-b7c8-f1ece193bc92" providerId="ADAL" clId="{E7CA2F1D-2815-4E91-B8BA-639765E4289A}" dt="2025-03-18T14:12:31.077" v="281" actId="26606"/>
          <ac:spMkLst>
            <pc:docMk/>
            <pc:sldMk cId="3298532760" sldId="333"/>
            <ac:spMk id="1033" creationId="{70BEB1E7-2F88-40BC-B73D-42E5B6F80BFC}"/>
          </ac:spMkLst>
        </pc:spChg>
        <pc:picChg chg="mod">
          <ac:chgData name="ANAS BELHACHMI" userId="6494f61e-335a-4157-b7c8-f1ece193bc92" providerId="ADAL" clId="{E7CA2F1D-2815-4E91-B8BA-639765E4289A}" dt="2025-03-18T14:12:31.077" v="281" actId="26606"/>
          <ac:picMkLst>
            <pc:docMk/>
            <pc:sldMk cId="3298532760" sldId="333"/>
            <ac:picMk id="3" creationId="{EAF08F1F-2D4E-0669-AA7B-7D76EEFC8164}"/>
          </ac:picMkLst>
        </pc:picChg>
        <pc:picChg chg="add mod ord">
          <ac:chgData name="ANAS BELHACHMI" userId="6494f61e-335a-4157-b7c8-f1ece193bc92" providerId="ADAL" clId="{E7CA2F1D-2815-4E91-B8BA-639765E4289A}" dt="2025-03-18T14:12:31.077" v="281" actId="26606"/>
          <ac:picMkLst>
            <pc:docMk/>
            <pc:sldMk cId="3298532760" sldId="333"/>
            <ac:picMk id="5" creationId="{B17DE8E4-E4DF-B961-2D93-8056136602CE}"/>
          </ac:picMkLst>
        </pc:picChg>
        <pc:picChg chg="mod">
          <ac:chgData name="ANAS BELHACHMI" userId="6494f61e-335a-4157-b7c8-f1ece193bc92" providerId="ADAL" clId="{E7CA2F1D-2815-4E91-B8BA-639765E4289A}" dt="2025-03-18T14:12:31.077" v="281" actId="26606"/>
          <ac:picMkLst>
            <pc:docMk/>
            <pc:sldMk cId="3298532760" sldId="333"/>
            <ac:picMk id="1026" creationId="{2CD0037D-19D2-3FC9-4BEB-D900D21E4C8E}"/>
          </ac:picMkLst>
        </pc:picChg>
        <pc:picChg chg="del">
          <ac:chgData name="ANAS BELHACHMI" userId="6494f61e-335a-4157-b7c8-f1ece193bc92" providerId="ADAL" clId="{E7CA2F1D-2815-4E91-B8BA-639765E4289A}" dt="2025-03-18T14:12:12.666" v="277" actId="478"/>
          <ac:picMkLst>
            <pc:docMk/>
            <pc:sldMk cId="3298532760" sldId="333"/>
            <ac:picMk id="1028" creationId="{9AE150F2-92CD-A03B-3545-C7FAAAF45017}"/>
          </ac:picMkLst>
        </pc:picChg>
      </pc:sldChg>
      <pc:sldChg chg="addSp delSp modSp del mod">
        <pc:chgData name="ANAS BELHACHMI" userId="6494f61e-335a-4157-b7c8-f1ece193bc92" providerId="ADAL" clId="{E7CA2F1D-2815-4E91-B8BA-639765E4289A}" dt="2025-03-19T23:25:11.878" v="499" actId="47"/>
        <pc:sldMkLst>
          <pc:docMk/>
          <pc:sldMk cId="932361064" sldId="336"/>
        </pc:sldMkLst>
        <pc:spChg chg="add">
          <ac:chgData name="ANAS BELHACHMI" userId="6494f61e-335a-4157-b7c8-f1ece193bc92" providerId="ADAL" clId="{E7CA2F1D-2815-4E91-B8BA-639765E4289A}" dt="2025-03-18T11:27:24.195" v="31"/>
          <ac:spMkLst>
            <pc:docMk/>
            <pc:sldMk cId="932361064" sldId="336"/>
            <ac:spMk id="2" creationId="{88CE6A07-435C-2328-25A7-EB3E8C9EB71A}"/>
          </ac:spMkLst>
        </pc:spChg>
        <pc:spChg chg="add mod">
          <ac:chgData name="ANAS BELHACHMI" userId="6494f61e-335a-4157-b7c8-f1ece193bc92" providerId="ADAL" clId="{E7CA2F1D-2815-4E91-B8BA-639765E4289A}" dt="2025-03-18T11:27:30.943" v="35"/>
          <ac:spMkLst>
            <pc:docMk/>
            <pc:sldMk cId="932361064" sldId="336"/>
            <ac:spMk id="3" creationId="{1B8A57F7-8E3B-1327-7F3F-D002D1694B49}"/>
          </ac:spMkLst>
        </pc:spChg>
        <pc:spChg chg="add mod">
          <ac:chgData name="ANAS BELHACHMI" userId="6494f61e-335a-4157-b7c8-f1ece193bc92" providerId="ADAL" clId="{E7CA2F1D-2815-4E91-B8BA-639765E4289A}" dt="2025-03-18T11:27:43.598" v="37"/>
          <ac:spMkLst>
            <pc:docMk/>
            <pc:sldMk cId="932361064" sldId="336"/>
            <ac:spMk id="4" creationId="{FB08CA9E-5951-E6C6-B2A4-D97001432DE1}"/>
          </ac:spMkLst>
        </pc:spChg>
        <pc:spChg chg="mod">
          <ac:chgData name="ANAS BELHACHMI" userId="6494f61e-335a-4157-b7c8-f1ece193bc92" providerId="ADAL" clId="{E7CA2F1D-2815-4E91-B8BA-639765E4289A}" dt="2025-03-18T11:28:46.422" v="45" actId="1076"/>
          <ac:spMkLst>
            <pc:docMk/>
            <pc:sldMk cId="932361064" sldId="336"/>
            <ac:spMk id="23" creationId="{27F98029-94EB-2E35-AE16-D3691D7E9D2D}"/>
          </ac:spMkLst>
        </pc:spChg>
        <pc:grpChg chg="mod">
          <ac:chgData name="ANAS BELHACHMI" userId="6494f61e-335a-4157-b7c8-f1ece193bc92" providerId="ADAL" clId="{E7CA2F1D-2815-4E91-B8BA-639765E4289A}" dt="2025-03-18T11:27:27.748" v="33" actId="1076"/>
          <ac:grpSpMkLst>
            <pc:docMk/>
            <pc:sldMk cId="932361064" sldId="336"/>
            <ac:grpSpMk id="5" creationId="{14BACF61-2847-DF51-3C12-224FD481C689}"/>
          </ac:grpSpMkLst>
        </pc:grpChg>
        <pc:picChg chg="del">
          <ac:chgData name="ANAS BELHACHMI" userId="6494f61e-335a-4157-b7c8-f1ece193bc92" providerId="ADAL" clId="{E7CA2F1D-2815-4E91-B8BA-639765E4289A}" dt="2025-03-18T11:27:18.550" v="30" actId="478"/>
          <ac:picMkLst>
            <pc:docMk/>
            <pc:sldMk cId="932361064" sldId="336"/>
            <ac:picMk id="22" creationId="{2B2622B2-C3D6-922B-C617-EF97334A50C0}"/>
          </ac:picMkLst>
        </pc:picChg>
        <pc:picChg chg="add mod">
          <ac:chgData name="ANAS BELHACHMI" userId="6494f61e-335a-4157-b7c8-f1ece193bc92" providerId="ADAL" clId="{E7CA2F1D-2815-4E91-B8BA-639765E4289A}" dt="2025-03-18T14:12:01.844" v="276" actId="1076"/>
          <ac:picMkLst>
            <pc:docMk/>
            <pc:sldMk cId="932361064" sldId="336"/>
            <ac:picMk id="1032" creationId="{D6F40F98-AE69-55A6-6F38-FFB4865BE749}"/>
          </ac:picMkLst>
        </pc:picChg>
        <pc:cxnChg chg="mod">
          <ac:chgData name="ANAS BELHACHMI" userId="6494f61e-335a-4157-b7c8-f1ece193bc92" providerId="ADAL" clId="{E7CA2F1D-2815-4E91-B8BA-639765E4289A}" dt="2025-03-18T11:27:27.748" v="33" actId="1076"/>
          <ac:cxnSpMkLst>
            <pc:docMk/>
            <pc:sldMk cId="932361064" sldId="336"/>
            <ac:cxnSpMk id="8" creationId="{6FC4CF66-000E-1898-41AF-6B1908494FEA}"/>
          </ac:cxnSpMkLst>
        </pc:cxnChg>
        <pc:cxnChg chg="mod">
          <ac:chgData name="ANAS BELHACHMI" userId="6494f61e-335a-4157-b7c8-f1ece193bc92" providerId="ADAL" clId="{E7CA2F1D-2815-4E91-B8BA-639765E4289A}" dt="2025-03-18T11:27:27.748" v="33" actId="1076"/>
          <ac:cxnSpMkLst>
            <pc:docMk/>
            <pc:sldMk cId="932361064" sldId="336"/>
            <ac:cxnSpMk id="15" creationId="{96D08D95-BAB5-ECC3-227F-CE11C9CCAE44}"/>
          </ac:cxnSpMkLst>
        </pc:cxnChg>
        <pc:cxnChg chg="mod">
          <ac:chgData name="ANAS BELHACHMI" userId="6494f61e-335a-4157-b7c8-f1ece193bc92" providerId="ADAL" clId="{E7CA2F1D-2815-4E91-B8BA-639765E4289A}" dt="2025-03-18T11:27:27.748" v="33" actId="1076"/>
          <ac:cxnSpMkLst>
            <pc:docMk/>
            <pc:sldMk cId="932361064" sldId="336"/>
            <ac:cxnSpMk id="21" creationId="{17D07AC3-B763-7668-2432-FEF108D987A9}"/>
          </ac:cxnSpMkLst>
        </pc:cxnChg>
        <pc:cxnChg chg="mod">
          <ac:chgData name="ANAS BELHACHMI" userId="6494f61e-335a-4157-b7c8-f1ece193bc92" providerId="ADAL" clId="{E7CA2F1D-2815-4E91-B8BA-639765E4289A}" dt="2025-03-18T11:27:27.748" v="33" actId="1076"/>
          <ac:cxnSpMkLst>
            <pc:docMk/>
            <pc:sldMk cId="932361064" sldId="336"/>
            <ac:cxnSpMk id="24" creationId="{601488FD-04D7-E880-A3D0-F5AEF81C6671}"/>
          </ac:cxnSpMkLst>
        </pc:cxnChg>
      </pc:sldChg>
      <pc:sldChg chg="modSp add mod ord modTransition modShow">
        <pc:chgData name="ANAS BELHACHMI" userId="6494f61e-335a-4157-b7c8-f1ece193bc92" providerId="ADAL" clId="{E7CA2F1D-2815-4E91-B8BA-639765E4289A}" dt="2025-03-21T06:00:11.459" v="3172" actId="729"/>
        <pc:sldMkLst>
          <pc:docMk/>
          <pc:sldMk cId="2102223102" sldId="1784"/>
        </pc:sldMkLst>
        <pc:spChg chg="mod">
          <ac:chgData name="ANAS BELHACHMI" userId="6494f61e-335a-4157-b7c8-f1ece193bc92" providerId="ADAL" clId="{E7CA2F1D-2815-4E91-B8BA-639765E4289A}" dt="2025-03-20T18:06:23.950" v="1872" actId="1076"/>
          <ac:spMkLst>
            <pc:docMk/>
            <pc:sldMk cId="2102223102" sldId="1784"/>
            <ac:spMk id="7" creationId="{755D0379-7D42-FE14-E8D0-253FE9F63AEC}"/>
          </ac:spMkLst>
        </pc:spChg>
        <pc:spChg chg="mod">
          <ac:chgData name="ANAS BELHACHMI" userId="6494f61e-335a-4157-b7c8-f1ece193bc92" providerId="ADAL" clId="{E7CA2F1D-2815-4E91-B8BA-639765E4289A}" dt="2025-03-20T18:06:24.856" v="1873" actId="1076"/>
          <ac:spMkLst>
            <pc:docMk/>
            <pc:sldMk cId="2102223102" sldId="1784"/>
            <ac:spMk id="9" creationId="{DF09D637-00E7-E631-60E0-D758E413474B}"/>
          </ac:spMkLst>
        </pc:spChg>
        <pc:spChg chg="mod">
          <ac:chgData name="ANAS BELHACHMI" userId="6494f61e-335a-4157-b7c8-f1ece193bc92" providerId="ADAL" clId="{E7CA2F1D-2815-4E91-B8BA-639765E4289A}" dt="2025-03-20T18:39:59.736" v="2153" actId="1076"/>
          <ac:spMkLst>
            <pc:docMk/>
            <pc:sldMk cId="2102223102" sldId="1784"/>
            <ac:spMk id="22" creationId="{D8BF8DA4-A294-335E-DB6F-49100EC08614}"/>
          </ac:spMkLst>
        </pc:spChg>
        <pc:spChg chg="mod">
          <ac:chgData name="ANAS BELHACHMI" userId="6494f61e-335a-4157-b7c8-f1ece193bc92" providerId="ADAL" clId="{E7CA2F1D-2815-4E91-B8BA-639765E4289A}" dt="2025-03-20T12:11:13.140" v="1188" actId="113"/>
          <ac:spMkLst>
            <pc:docMk/>
            <pc:sldMk cId="2102223102" sldId="1784"/>
            <ac:spMk id="24" creationId="{6E3920C6-E371-9554-9154-288F395D6F29}"/>
          </ac:spMkLst>
        </pc:spChg>
        <pc:spChg chg="mod">
          <ac:chgData name="ANAS BELHACHMI" userId="6494f61e-335a-4157-b7c8-f1ece193bc92" providerId="ADAL" clId="{E7CA2F1D-2815-4E91-B8BA-639765E4289A}" dt="2025-03-20T12:11:10.086" v="1187" actId="404"/>
          <ac:spMkLst>
            <pc:docMk/>
            <pc:sldMk cId="2102223102" sldId="1784"/>
            <ac:spMk id="25" creationId="{BB2BAE71-23FF-E7AE-DE09-CE6EFDA2F9FB}"/>
          </ac:spMkLst>
        </pc:spChg>
        <pc:spChg chg="mod">
          <ac:chgData name="ANAS BELHACHMI" userId="6494f61e-335a-4157-b7c8-f1ece193bc92" providerId="ADAL" clId="{E7CA2F1D-2815-4E91-B8BA-639765E4289A}" dt="2025-03-20T12:11:02.282" v="1185" actId="1076"/>
          <ac:spMkLst>
            <pc:docMk/>
            <pc:sldMk cId="2102223102" sldId="1784"/>
            <ac:spMk id="26" creationId="{DC509757-0AE6-7E1B-3242-F7C806F5FB1F}"/>
          </ac:spMkLst>
        </pc:spChg>
      </pc:sldChg>
      <pc:sldChg chg="add del">
        <pc:chgData name="ANAS BELHACHMI" userId="6494f61e-335a-4157-b7c8-f1ece193bc92" providerId="ADAL" clId="{E7CA2F1D-2815-4E91-B8BA-639765E4289A}" dt="2025-03-20T11:49:38.312" v="1104" actId="47"/>
        <pc:sldMkLst>
          <pc:docMk/>
          <pc:sldMk cId="3677899001" sldId="2146849370"/>
        </pc:sldMkLst>
      </pc:sldChg>
      <pc:sldChg chg="addSp delSp modSp new del mod ord modClrScheme chgLayout">
        <pc:chgData name="ANAS BELHACHMI" userId="6494f61e-335a-4157-b7c8-f1ece193bc92" providerId="ADAL" clId="{E7CA2F1D-2815-4E91-B8BA-639765E4289A}" dt="2025-03-20T16:35:35.654" v="1760" actId="47"/>
        <pc:sldMkLst>
          <pc:docMk/>
          <pc:sldMk cId="3492779238" sldId="2146849371"/>
        </pc:sldMkLst>
        <pc:spChg chg="add del mod">
          <ac:chgData name="ANAS BELHACHMI" userId="6494f61e-335a-4157-b7c8-f1ece193bc92" providerId="ADAL" clId="{E7CA2F1D-2815-4E91-B8BA-639765E4289A}" dt="2025-03-20T15:51:18.280" v="1626" actId="790"/>
          <ac:spMkLst>
            <pc:docMk/>
            <pc:sldMk cId="3492779238" sldId="2146849371"/>
            <ac:spMk id="2" creationId="{8335058A-9283-C3B3-4C8B-0FE862F04D8A}"/>
          </ac:spMkLst>
        </pc:spChg>
        <pc:spChg chg="del mod">
          <ac:chgData name="ANAS BELHACHMI" userId="6494f61e-335a-4157-b7c8-f1ece193bc92" providerId="ADAL" clId="{E7CA2F1D-2815-4E91-B8BA-639765E4289A}" dt="2025-03-20T16:01:35.700" v="1706" actId="21"/>
          <ac:spMkLst>
            <pc:docMk/>
            <pc:sldMk cId="3492779238" sldId="2146849371"/>
            <ac:spMk id="3" creationId="{394DD1AF-6F0D-B714-49EF-A188B47379F1}"/>
          </ac:spMkLst>
        </pc:spChg>
        <pc:spChg chg="del mod">
          <ac:chgData name="ANAS BELHACHMI" userId="6494f61e-335a-4157-b7c8-f1ece193bc92" providerId="ADAL" clId="{E7CA2F1D-2815-4E91-B8BA-639765E4289A}" dt="2025-03-18T13:46:15.097" v="168" actId="478"/>
          <ac:spMkLst>
            <pc:docMk/>
            <pc:sldMk cId="3492779238" sldId="2146849371"/>
            <ac:spMk id="4" creationId="{C8842145-2658-4B73-1A74-42A94D03B6CB}"/>
          </ac:spMkLst>
        </pc:spChg>
        <pc:spChg chg="add">
          <ac:chgData name="ANAS BELHACHMI" userId="6494f61e-335a-4157-b7c8-f1ece193bc92" providerId="ADAL" clId="{E7CA2F1D-2815-4E91-B8BA-639765E4289A}" dt="2025-03-18T13:43:49.098" v="158"/>
          <ac:spMkLst>
            <pc:docMk/>
            <pc:sldMk cId="3492779238" sldId="2146849371"/>
            <ac:spMk id="5" creationId="{D2BE9179-1D9F-6B45-9CBB-E29A382131AC}"/>
          </ac:spMkLst>
        </pc:spChg>
        <pc:spChg chg="add">
          <ac:chgData name="ANAS BELHACHMI" userId="6494f61e-335a-4157-b7c8-f1ece193bc92" providerId="ADAL" clId="{E7CA2F1D-2815-4E91-B8BA-639765E4289A}" dt="2025-03-18T13:43:53.441" v="159"/>
          <ac:spMkLst>
            <pc:docMk/>
            <pc:sldMk cId="3492779238" sldId="2146849371"/>
            <ac:spMk id="6" creationId="{77E0C01B-B698-8E88-0C9E-EAA803C17B85}"/>
          </ac:spMkLst>
        </pc:spChg>
        <pc:spChg chg="add del mod">
          <ac:chgData name="ANAS BELHACHMI" userId="6494f61e-335a-4157-b7c8-f1ece193bc92" providerId="ADAL" clId="{E7CA2F1D-2815-4E91-B8BA-639765E4289A}" dt="2025-03-18T13:46:17.461" v="169" actId="478"/>
          <ac:spMkLst>
            <pc:docMk/>
            <pc:sldMk cId="3492779238" sldId="2146849371"/>
            <ac:spMk id="8" creationId="{5BAF5BC7-8D4F-B35A-8567-FE2EEDA8388D}"/>
          </ac:spMkLst>
        </pc:spChg>
        <pc:spChg chg="add del mod">
          <ac:chgData name="ANAS BELHACHMI" userId="6494f61e-335a-4157-b7c8-f1ece193bc92" providerId="ADAL" clId="{E7CA2F1D-2815-4E91-B8BA-639765E4289A}" dt="2025-03-20T16:33:07.316" v="1735" actId="21"/>
          <ac:spMkLst>
            <pc:docMk/>
            <pc:sldMk cId="3492779238" sldId="2146849371"/>
            <ac:spMk id="10" creationId="{CA17151C-1075-3B30-6093-D711EB23DA5B}"/>
          </ac:spMkLst>
        </pc:spChg>
        <pc:spChg chg="add mod">
          <ac:chgData name="ANAS BELHACHMI" userId="6494f61e-335a-4157-b7c8-f1ece193bc92" providerId="ADAL" clId="{E7CA2F1D-2815-4E91-B8BA-639765E4289A}" dt="2025-03-20T16:33:47.038" v="1743" actId="20577"/>
          <ac:spMkLst>
            <pc:docMk/>
            <pc:sldMk cId="3492779238" sldId="2146849371"/>
            <ac:spMk id="11" creationId="{FC057949-E0A0-2633-5439-5129B87ED70B}"/>
          </ac:spMkLst>
        </pc:spChg>
        <pc:graphicFrameChg chg="add del">
          <ac:chgData name="ANAS BELHACHMI" userId="6494f61e-335a-4157-b7c8-f1ece193bc92" providerId="ADAL" clId="{E7CA2F1D-2815-4E91-B8BA-639765E4289A}" dt="2025-03-18T14:50:06.883" v="337" actId="26606"/>
          <ac:graphicFrameMkLst>
            <pc:docMk/>
            <pc:sldMk cId="3492779238" sldId="2146849371"/>
            <ac:graphicFrameMk id="7" creationId="{7FB71802-4C54-82B0-4EE7-3AE8722E12D5}"/>
          </ac:graphicFrameMkLst>
        </pc:graphicFrameChg>
      </pc:sldChg>
      <pc:sldChg chg="add del">
        <pc:chgData name="ANAS BELHACHMI" userId="6494f61e-335a-4157-b7c8-f1ece193bc92" providerId="ADAL" clId="{E7CA2F1D-2815-4E91-B8BA-639765E4289A}" dt="2025-03-20T12:00:11.063" v="1110" actId="47"/>
        <pc:sldMkLst>
          <pc:docMk/>
          <pc:sldMk cId="1433310178" sldId="2146849372"/>
        </pc:sldMkLst>
      </pc:sldChg>
      <pc:sldChg chg="add del">
        <pc:chgData name="ANAS BELHACHMI" userId="6494f61e-335a-4157-b7c8-f1ece193bc92" providerId="ADAL" clId="{E7CA2F1D-2815-4E91-B8BA-639765E4289A}" dt="2025-03-20T11:13:53.965" v="722" actId="47"/>
        <pc:sldMkLst>
          <pc:docMk/>
          <pc:sldMk cId="3368762060" sldId="2146849373"/>
        </pc:sldMkLst>
      </pc:sldChg>
      <pc:sldChg chg="add del">
        <pc:chgData name="ANAS BELHACHMI" userId="6494f61e-335a-4157-b7c8-f1ece193bc92" providerId="ADAL" clId="{E7CA2F1D-2815-4E91-B8BA-639765E4289A}" dt="2025-03-20T11:01:04.800" v="649" actId="47"/>
        <pc:sldMkLst>
          <pc:docMk/>
          <pc:sldMk cId="1241816516" sldId="2146849374"/>
        </pc:sldMkLst>
      </pc:sldChg>
      <pc:sldChg chg="new del">
        <pc:chgData name="ANAS BELHACHMI" userId="6494f61e-335a-4157-b7c8-f1ece193bc92" providerId="ADAL" clId="{E7CA2F1D-2815-4E91-B8BA-639765E4289A}" dt="2025-03-20T09:18:40.131" v="615" actId="47"/>
        <pc:sldMkLst>
          <pc:docMk/>
          <pc:sldMk cId="35904062" sldId="2146849375"/>
        </pc:sldMkLst>
      </pc:sldChg>
      <pc:sldChg chg="modSp new del mod">
        <pc:chgData name="ANAS BELHACHMI" userId="6494f61e-335a-4157-b7c8-f1ece193bc92" providerId="ADAL" clId="{E7CA2F1D-2815-4E91-B8BA-639765E4289A}" dt="2025-03-20T11:01:13.461" v="651" actId="47"/>
        <pc:sldMkLst>
          <pc:docMk/>
          <pc:sldMk cId="2497744850" sldId="2146849376"/>
        </pc:sldMkLst>
        <pc:spChg chg="mod">
          <ac:chgData name="ANAS BELHACHMI" userId="6494f61e-335a-4157-b7c8-f1ece193bc92" providerId="ADAL" clId="{E7CA2F1D-2815-4E91-B8BA-639765E4289A}" dt="2025-03-18T15:23:19.573" v="356" actId="20577"/>
          <ac:spMkLst>
            <pc:docMk/>
            <pc:sldMk cId="2497744850" sldId="2146849376"/>
            <ac:spMk id="2" creationId="{5873E608-E059-D04B-12A5-1CC941E5C7E9}"/>
          </ac:spMkLst>
        </pc:spChg>
      </pc:sldChg>
      <pc:sldChg chg="addSp delSp modSp new del mod">
        <pc:chgData name="ANAS BELHACHMI" userId="6494f61e-335a-4157-b7c8-f1ece193bc92" providerId="ADAL" clId="{E7CA2F1D-2815-4E91-B8BA-639765E4289A}" dt="2025-03-19T23:26:50.100" v="510" actId="47"/>
        <pc:sldMkLst>
          <pc:docMk/>
          <pc:sldMk cId="4245009177" sldId="2146849377"/>
        </pc:sldMkLst>
        <pc:spChg chg="del">
          <ac:chgData name="ANAS BELHACHMI" userId="6494f61e-335a-4157-b7c8-f1ece193bc92" providerId="ADAL" clId="{E7CA2F1D-2815-4E91-B8BA-639765E4289A}" dt="2025-03-19T22:09:59.072" v="359" actId="478"/>
          <ac:spMkLst>
            <pc:docMk/>
            <pc:sldMk cId="4245009177" sldId="2146849377"/>
            <ac:spMk id="2" creationId="{964D81C2-40FA-F128-C92B-1F4D08EB3BBF}"/>
          </ac:spMkLst>
        </pc:spChg>
        <pc:spChg chg="del">
          <ac:chgData name="ANAS BELHACHMI" userId="6494f61e-335a-4157-b7c8-f1ece193bc92" providerId="ADAL" clId="{E7CA2F1D-2815-4E91-B8BA-639765E4289A}" dt="2025-03-19T22:09:56.684" v="358" actId="478"/>
          <ac:spMkLst>
            <pc:docMk/>
            <pc:sldMk cId="4245009177" sldId="2146849377"/>
            <ac:spMk id="3" creationId="{492F9E52-3C64-284D-394C-DC55D7DFC099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4" creationId="{3D484329-E5CD-C078-7529-805702A0323C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5" creationId="{2F7A9027-62E2-A15A-6597-095412557DC4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7" creationId="{0E6E9F5A-8E87-1DC1-800C-C1488841FE7B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8" creationId="{1C1FC373-9624-AE2D-F643-C837C9829F24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9" creationId="{11B6DE7E-FF5D-61B8-39A1-A8D4DE6BC405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0" creationId="{F2190624-4985-49B3-91BC-DB709B82B8C1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1" creationId="{C493470A-C6F0-31C4-480C-66394ABD756B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2" creationId="{EF7A47BD-C839-E95D-6577-32BAE5EE5C91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3" creationId="{B66D3E7E-1471-D1AD-009A-36652BDAEEF1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4" creationId="{9F6C7D4B-F49C-9617-DB9B-495A4B0EE993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5" creationId="{5AE05D8B-3783-66BE-7138-159A0ED166EB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6" creationId="{9B3E7F56-C242-713A-4E69-36EAD854BC2D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7" creationId="{3D456C99-AFE6-4ADA-1EC3-6209181DCF20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8" creationId="{EAFBBD55-E343-D16E-1165-B4946F3CCF56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19" creationId="{8AFB4721-E464-99A0-D799-E9587891FCD1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20" creationId="{4A0EB494-D7D9-9E62-7CC8-CE0D62FEF340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21" creationId="{44C3CDD9-5D87-F72D-F716-6D67003C1A1E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22" creationId="{6D2E4692-51D9-BA71-22FE-B4E0FF60C8EE}"/>
          </ac:spMkLst>
        </pc:spChg>
        <pc:spChg chg="add mod">
          <ac:chgData name="ANAS BELHACHMI" userId="6494f61e-335a-4157-b7c8-f1ece193bc92" providerId="ADAL" clId="{E7CA2F1D-2815-4E91-B8BA-639765E4289A}" dt="2025-03-19T22:10:49.122" v="364" actId="1076"/>
          <ac:spMkLst>
            <pc:docMk/>
            <pc:sldMk cId="4245009177" sldId="2146849377"/>
            <ac:spMk id="23" creationId="{2FEE42F9-B3BD-38B8-8D16-F33846BB2290}"/>
          </ac:spMkLst>
        </pc:spChg>
        <pc:cxnChg chg="add mod">
          <ac:chgData name="ANAS BELHACHMI" userId="6494f61e-335a-4157-b7c8-f1ece193bc92" providerId="ADAL" clId="{E7CA2F1D-2815-4E91-B8BA-639765E4289A}" dt="2025-03-19T22:10:49.122" v="364" actId="1076"/>
          <ac:cxnSpMkLst>
            <pc:docMk/>
            <pc:sldMk cId="4245009177" sldId="2146849377"/>
            <ac:cxnSpMk id="6" creationId="{1750CA52-643C-2A21-F120-6E9A5F491EEA}"/>
          </ac:cxnSpMkLst>
        </pc:cxnChg>
      </pc:sldChg>
      <pc:sldChg chg="addSp delSp modSp add mod modTransition">
        <pc:chgData name="ANAS BELHACHMI" userId="6494f61e-335a-4157-b7c8-f1ece193bc92" providerId="ADAL" clId="{E7CA2F1D-2815-4E91-B8BA-639765E4289A}" dt="2025-03-21T05:48:47.040" v="3064" actId="207"/>
        <pc:sldMkLst>
          <pc:docMk/>
          <pc:sldMk cId="3400482025" sldId="2146849378"/>
        </pc:sldMkLst>
        <pc:spChg chg="del">
          <ac:chgData name="ANAS BELHACHMI" userId="6494f61e-335a-4157-b7c8-f1ece193bc92" providerId="ADAL" clId="{E7CA2F1D-2815-4E91-B8BA-639765E4289A}" dt="2025-03-19T22:11:25.763" v="366" actId="478"/>
          <ac:spMkLst>
            <pc:docMk/>
            <pc:sldMk cId="3400482025" sldId="2146849378"/>
            <ac:spMk id="2" creationId="{90711C0B-5FF8-4DB3-99D3-5AFB9BC49792}"/>
          </ac:spMkLst>
        </pc:spChg>
        <pc:spChg chg="mod">
          <ac:chgData name="ANAS BELHACHMI" userId="6494f61e-335a-4157-b7c8-f1ece193bc92" providerId="ADAL" clId="{E7CA2F1D-2815-4E91-B8BA-639765E4289A}" dt="2025-03-20T22:24:29.931" v="2425" actId="108"/>
          <ac:spMkLst>
            <pc:docMk/>
            <pc:sldMk cId="3400482025" sldId="2146849378"/>
            <ac:spMk id="3" creationId="{8DA5C69F-C209-4F6B-AA50-7022217FCC06}"/>
          </ac:spMkLst>
        </pc:spChg>
        <pc:spChg chg="add del mod">
          <ac:chgData name="ANAS BELHACHMI" userId="6494f61e-335a-4157-b7c8-f1ece193bc92" providerId="ADAL" clId="{E7CA2F1D-2815-4E91-B8BA-639765E4289A}" dt="2025-03-19T22:11:31.123" v="368" actId="478"/>
          <ac:spMkLst>
            <pc:docMk/>
            <pc:sldMk cId="3400482025" sldId="2146849378"/>
            <ac:spMk id="6" creationId="{9CE515EA-899E-6783-ABA5-D196C9316EC5}"/>
          </ac:spMkLst>
        </pc:spChg>
        <pc:spChg chg="add del mod">
          <ac:chgData name="ANAS BELHACHMI" userId="6494f61e-335a-4157-b7c8-f1ece193bc92" providerId="ADAL" clId="{E7CA2F1D-2815-4E91-B8BA-639765E4289A}" dt="2025-03-20T15:39:22.525" v="1618" actId="478"/>
          <ac:spMkLst>
            <pc:docMk/>
            <pc:sldMk cId="3400482025" sldId="2146849378"/>
            <ac:spMk id="7" creationId="{225A11CF-750E-B27B-828C-03C1281DE50A}"/>
          </ac:spMkLst>
        </pc:spChg>
        <pc:spChg chg="add del mod">
          <ac:chgData name="ANAS BELHACHMI" userId="6494f61e-335a-4157-b7c8-f1ece193bc92" providerId="ADAL" clId="{E7CA2F1D-2815-4E91-B8BA-639765E4289A}" dt="2025-03-19T23:26:17.932" v="509" actId="478"/>
          <ac:spMkLst>
            <pc:docMk/>
            <pc:sldMk cId="3400482025" sldId="2146849378"/>
            <ac:spMk id="8" creationId="{9D0A500C-8393-52AE-0E0B-9C7A6CDA1C11}"/>
          </ac:spMkLst>
        </pc:spChg>
        <pc:spChg chg="add del mod">
          <ac:chgData name="ANAS BELHACHMI" userId="6494f61e-335a-4157-b7c8-f1ece193bc92" providerId="ADAL" clId="{E7CA2F1D-2815-4E91-B8BA-639765E4289A}" dt="2025-03-19T23:22:24.964" v="466" actId="478"/>
          <ac:spMkLst>
            <pc:docMk/>
            <pc:sldMk cId="3400482025" sldId="2146849378"/>
            <ac:spMk id="10" creationId="{C02C8FCE-C5AD-9281-97D9-FAC0F0B14F47}"/>
          </ac:spMkLst>
        </pc:spChg>
        <pc:spChg chg="add del mod">
          <ac:chgData name="ANAS BELHACHMI" userId="6494f61e-335a-4157-b7c8-f1ece193bc92" providerId="ADAL" clId="{E7CA2F1D-2815-4E91-B8BA-639765E4289A}" dt="2025-03-19T22:19:36.517" v="421" actId="478"/>
          <ac:spMkLst>
            <pc:docMk/>
            <pc:sldMk cId="3400482025" sldId="2146849378"/>
            <ac:spMk id="11" creationId="{744196A4-75A4-6902-179C-5F48F2CADAE9}"/>
          </ac:spMkLst>
        </pc:spChg>
        <pc:spChg chg="add mod">
          <ac:chgData name="ANAS BELHACHMI" userId="6494f61e-335a-4157-b7c8-f1ece193bc92" providerId="ADAL" clId="{E7CA2F1D-2815-4E91-B8BA-639765E4289A}" dt="2025-03-21T05:42:58.412" v="2985" actId="1076"/>
          <ac:spMkLst>
            <pc:docMk/>
            <pc:sldMk cId="3400482025" sldId="2146849378"/>
            <ac:spMk id="12" creationId="{9E22F868-58D4-3A06-EB51-BF962F9EE1ED}"/>
          </ac:spMkLst>
        </pc:spChg>
        <pc:spChg chg="add del mod">
          <ac:chgData name="ANAS BELHACHMI" userId="6494f61e-335a-4157-b7c8-f1ece193bc92" providerId="ADAL" clId="{E7CA2F1D-2815-4E91-B8BA-639765E4289A}" dt="2025-03-19T23:35:39.985" v="561" actId="21"/>
          <ac:spMkLst>
            <pc:docMk/>
            <pc:sldMk cId="3400482025" sldId="2146849378"/>
            <ac:spMk id="13" creationId="{B50595EC-40B6-467A-1922-E68F626290FF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14" creationId="{BBE5C977-1EF3-7F4A-B678-B0D04B7B06AD}"/>
          </ac:spMkLst>
        </pc:spChg>
        <pc:spChg chg="add del mod">
          <ac:chgData name="ANAS BELHACHMI" userId="6494f61e-335a-4157-b7c8-f1ece193bc92" providerId="ADAL" clId="{E7CA2F1D-2815-4E91-B8BA-639765E4289A}" dt="2025-03-19T23:25:37.499" v="501" actId="478"/>
          <ac:spMkLst>
            <pc:docMk/>
            <pc:sldMk cId="3400482025" sldId="2146849378"/>
            <ac:spMk id="15" creationId="{CA106517-96C3-92CF-F317-16A850F08AAD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16" creationId="{98A40E87-1618-AFB4-E0C0-013741D06AE3}"/>
          </ac:spMkLst>
        </pc:spChg>
        <pc:spChg chg="add del mod">
          <ac:chgData name="ANAS BELHACHMI" userId="6494f61e-335a-4157-b7c8-f1ece193bc92" providerId="ADAL" clId="{E7CA2F1D-2815-4E91-B8BA-639765E4289A}" dt="2025-03-19T23:25:48.221" v="504" actId="478"/>
          <ac:spMkLst>
            <pc:docMk/>
            <pc:sldMk cId="3400482025" sldId="2146849378"/>
            <ac:spMk id="17" creationId="{A17AA4BD-8D63-8A6E-BAD8-426559055401}"/>
          </ac:spMkLst>
        </pc:spChg>
        <pc:spChg chg="add del mod">
          <ac:chgData name="ANAS BELHACHMI" userId="6494f61e-335a-4157-b7c8-f1ece193bc92" providerId="ADAL" clId="{E7CA2F1D-2815-4E91-B8BA-639765E4289A}" dt="2025-03-19T23:25:33.728" v="500" actId="478"/>
          <ac:spMkLst>
            <pc:docMk/>
            <pc:sldMk cId="3400482025" sldId="2146849378"/>
            <ac:spMk id="18" creationId="{9609F392-8E43-0A9E-75F9-0965154BA22C}"/>
          </ac:spMkLst>
        </pc:spChg>
        <pc:spChg chg="add del mod">
          <ac:chgData name="ANAS BELHACHMI" userId="6494f61e-335a-4157-b7c8-f1ece193bc92" providerId="ADAL" clId="{E7CA2F1D-2815-4E91-B8BA-639765E4289A}" dt="2025-03-19T23:25:40.617" v="502" actId="478"/>
          <ac:spMkLst>
            <pc:docMk/>
            <pc:sldMk cId="3400482025" sldId="2146849378"/>
            <ac:spMk id="19" creationId="{21B2165A-F052-C0CA-C88D-284B97CB24F0}"/>
          </ac:spMkLst>
        </pc:spChg>
        <pc:spChg chg="add del mod">
          <ac:chgData name="ANAS BELHACHMI" userId="6494f61e-335a-4157-b7c8-f1ece193bc92" providerId="ADAL" clId="{E7CA2F1D-2815-4E91-B8BA-639765E4289A}" dt="2025-03-19T23:25:43.743" v="503" actId="478"/>
          <ac:spMkLst>
            <pc:docMk/>
            <pc:sldMk cId="3400482025" sldId="2146849378"/>
            <ac:spMk id="20" creationId="{913D9FE2-10DC-3BFB-070C-8E310F4B0A07}"/>
          </ac:spMkLst>
        </pc:spChg>
        <pc:spChg chg="add del mod">
          <ac:chgData name="ANAS BELHACHMI" userId="6494f61e-335a-4157-b7c8-f1ece193bc92" providerId="ADAL" clId="{E7CA2F1D-2815-4E91-B8BA-639765E4289A}" dt="2025-03-19T23:22:13.509" v="464" actId="478"/>
          <ac:spMkLst>
            <pc:docMk/>
            <pc:sldMk cId="3400482025" sldId="2146849378"/>
            <ac:spMk id="21" creationId="{65F07446-22E5-8E31-B589-231E61A2345C}"/>
          </ac:spMkLst>
        </pc:spChg>
        <pc:spChg chg="add del mod">
          <ac:chgData name="ANAS BELHACHMI" userId="6494f61e-335a-4157-b7c8-f1ece193bc92" providerId="ADAL" clId="{E7CA2F1D-2815-4E91-B8BA-639765E4289A}" dt="2025-03-19T23:21:49.805" v="461" actId="478"/>
          <ac:spMkLst>
            <pc:docMk/>
            <pc:sldMk cId="3400482025" sldId="2146849378"/>
            <ac:spMk id="22" creationId="{465DB662-03B9-6213-26C3-676E417BA579}"/>
          </ac:spMkLst>
        </pc:spChg>
        <pc:spChg chg="add del mod">
          <ac:chgData name="ANAS BELHACHMI" userId="6494f61e-335a-4157-b7c8-f1ece193bc92" providerId="ADAL" clId="{E7CA2F1D-2815-4E91-B8BA-639765E4289A}" dt="2025-03-20T14:47:31.111" v="1483" actId="478"/>
          <ac:spMkLst>
            <pc:docMk/>
            <pc:sldMk cId="3400482025" sldId="2146849378"/>
            <ac:spMk id="23" creationId="{B0FFD428-8F7F-60A9-FB28-3921687641C3}"/>
          </ac:spMkLst>
        </pc:spChg>
        <pc:spChg chg="add del mod">
          <ac:chgData name="ANAS BELHACHMI" userId="6494f61e-335a-4157-b7c8-f1ece193bc92" providerId="ADAL" clId="{E7CA2F1D-2815-4E91-B8BA-639765E4289A}" dt="2025-03-19T23:26:06.754" v="507" actId="478"/>
          <ac:spMkLst>
            <pc:docMk/>
            <pc:sldMk cId="3400482025" sldId="2146849378"/>
            <ac:spMk id="24" creationId="{9A9A339D-EA84-25B9-08AF-83412055B0D5}"/>
          </ac:spMkLst>
        </pc:spChg>
        <pc:spChg chg="add del mod">
          <ac:chgData name="ANAS BELHACHMI" userId="6494f61e-335a-4157-b7c8-f1ece193bc92" providerId="ADAL" clId="{E7CA2F1D-2815-4E91-B8BA-639765E4289A}" dt="2025-03-19T23:25:52.377" v="505" actId="478"/>
          <ac:spMkLst>
            <pc:docMk/>
            <pc:sldMk cId="3400482025" sldId="2146849378"/>
            <ac:spMk id="25" creationId="{B1829771-3FD8-FF76-C840-C953F20CC52F}"/>
          </ac:spMkLst>
        </pc:spChg>
        <pc:spChg chg="add del mod">
          <ac:chgData name="ANAS BELHACHMI" userId="6494f61e-335a-4157-b7c8-f1ece193bc92" providerId="ADAL" clId="{E7CA2F1D-2815-4E91-B8BA-639765E4289A}" dt="2025-03-19T23:22:56.643" v="469" actId="478"/>
          <ac:spMkLst>
            <pc:docMk/>
            <pc:sldMk cId="3400482025" sldId="2146849378"/>
            <ac:spMk id="26" creationId="{34313617-E771-A8EA-1D41-6B798DD9FF71}"/>
          </ac:spMkLst>
        </pc:spChg>
        <pc:spChg chg="mod">
          <ac:chgData name="ANAS BELHACHMI" userId="6494f61e-335a-4157-b7c8-f1ece193bc92" providerId="ADAL" clId="{E7CA2F1D-2815-4E91-B8BA-639765E4289A}" dt="2025-03-19T22:15:21.024" v="396" actId="14100"/>
          <ac:spMkLst>
            <pc:docMk/>
            <pc:sldMk cId="3400482025" sldId="2146849378"/>
            <ac:spMk id="29" creationId="{BD4BFD72-1624-9C4D-F9F3-D26238B5BFF6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31" creationId="{FD45EB5B-CE34-272D-C023-52B5246D958B}"/>
          </ac:spMkLst>
        </pc:spChg>
        <pc:spChg chg="add mod">
          <ac:chgData name="ANAS BELHACHMI" userId="6494f61e-335a-4157-b7c8-f1ece193bc92" providerId="ADAL" clId="{E7CA2F1D-2815-4E91-B8BA-639765E4289A}" dt="2025-03-20T15:56:07.003" v="1677" actId="1076"/>
          <ac:spMkLst>
            <pc:docMk/>
            <pc:sldMk cId="3400482025" sldId="2146849378"/>
            <ac:spMk id="32" creationId="{2F79BA86-CCEC-BB3F-A469-2249A255B554}"/>
          </ac:spMkLst>
        </pc:spChg>
        <pc:spChg chg="add mod">
          <ac:chgData name="ANAS BELHACHMI" userId="6494f61e-335a-4157-b7c8-f1ece193bc92" providerId="ADAL" clId="{E7CA2F1D-2815-4E91-B8BA-639765E4289A}" dt="2025-03-20T15:56:40.910" v="1683" actId="1076"/>
          <ac:spMkLst>
            <pc:docMk/>
            <pc:sldMk cId="3400482025" sldId="2146849378"/>
            <ac:spMk id="35" creationId="{583FCEFF-1F8B-F8B6-B605-4870BCE6F56E}"/>
          </ac:spMkLst>
        </pc:spChg>
        <pc:spChg chg="mod">
          <ac:chgData name="ANAS BELHACHMI" userId="6494f61e-335a-4157-b7c8-f1ece193bc92" providerId="ADAL" clId="{E7CA2F1D-2815-4E91-B8BA-639765E4289A}" dt="2025-03-20T15:39:35.324" v="1620" actId="207"/>
          <ac:spMkLst>
            <pc:docMk/>
            <pc:sldMk cId="3400482025" sldId="2146849378"/>
            <ac:spMk id="43" creationId="{BD4BFD72-1624-9C4D-F9F3-D26238B5BFF6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46" creationId="{87E959C3-E155-557C-EF0D-C8030BBB8C9F}"/>
          </ac:spMkLst>
        </pc:spChg>
        <pc:spChg chg="add del mod">
          <ac:chgData name="ANAS BELHACHMI" userId="6494f61e-335a-4157-b7c8-f1ece193bc92" providerId="ADAL" clId="{E7CA2F1D-2815-4E91-B8BA-639765E4289A}" dt="2025-03-19T23:35:43.187" v="563" actId="21"/>
          <ac:spMkLst>
            <pc:docMk/>
            <pc:sldMk cId="3400482025" sldId="2146849378"/>
            <ac:spMk id="51" creationId="{5EBBB41E-64BB-E6FB-F70D-6700DAC6D00C}"/>
          </ac:spMkLst>
        </pc:spChg>
        <pc:spChg chg="add del mod">
          <ac:chgData name="ANAS BELHACHMI" userId="6494f61e-335a-4157-b7c8-f1ece193bc92" providerId="ADAL" clId="{E7CA2F1D-2815-4E91-B8BA-639765E4289A}" dt="2025-03-19T23:22:52.795" v="468" actId="478"/>
          <ac:spMkLst>
            <pc:docMk/>
            <pc:sldMk cId="3400482025" sldId="2146849378"/>
            <ac:spMk id="54" creationId="{41982850-A4DA-4A82-5D39-45373D136212}"/>
          </ac:spMkLst>
        </pc:spChg>
        <pc:spChg chg="add mod">
          <ac:chgData name="ANAS BELHACHMI" userId="6494f61e-335a-4157-b7c8-f1ece193bc92" providerId="ADAL" clId="{E7CA2F1D-2815-4E91-B8BA-639765E4289A}" dt="2025-03-19T23:23:16.286" v="470"/>
          <ac:spMkLst>
            <pc:docMk/>
            <pc:sldMk cId="3400482025" sldId="2146849378"/>
            <ac:spMk id="55" creationId="{18388CC8-1DFF-3D8F-DABE-B9D595544078}"/>
          </ac:spMkLst>
        </pc:spChg>
        <pc:spChg chg="add del mod">
          <ac:chgData name="ANAS BELHACHMI" userId="6494f61e-335a-4157-b7c8-f1ece193bc92" providerId="ADAL" clId="{E7CA2F1D-2815-4E91-B8BA-639765E4289A}" dt="2025-03-19T23:35:07.900" v="546" actId="21"/>
          <ac:spMkLst>
            <pc:docMk/>
            <pc:sldMk cId="3400482025" sldId="2146849378"/>
            <ac:spMk id="56" creationId="{0EA55A9D-8948-DB95-055E-29FB23622965}"/>
          </ac:spMkLst>
        </pc:spChg>
        <pc:spChg chg="add del mod">
          <ac:chgData name="ANAS BELHACHMI" userId="6494f61e-335a-4157-b7c8-f1ece193bc92" providerId="ADAL" clId="{E7CA2F1D-2815-4E91-B8BA-639765E4289A}" dt="2025-03-19T23:35:23.167" v="552" actId="21"/>
          <ac:spMkLst>
            <pc:docMk/>
            <pc:sldMk cId="3400482025" sldId="2146849378"/>
            <ac:spMk id="58" creationId="{80E9E63B-BBC7-32EE-7D84-CD636F0CF113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61" creationId="{BE7ED804-D688-21D8-A046-F8A3087FE0AC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62" creationId="{092A83A0-D8E7-3247-6516-956338783B86}"/>
          </ac:spMkLst>
        </pc:spChg>
        <pc:spChg chg="add del mod">
          <ac:chgData name="ANAS BELHACHMI" userId="6494f61e-335a-4157-b7c8-f1ece193bc92" providerId="ADAL" clId="{E7CA2F1D-2815-4E91-B8BA-639765E4289A}" dt="2025-03-20T15:38:28.753" v="1615" actId="478"/>
          <ac:spMkLst>
            <pc:docMk/>
            <pc:sldMk cId="3400482025" sldId="2146849378"/>
            <ac:spMk id="64" creationId="{FBE5C784-BD07-47C1-0130-0DBA4792DD8F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65" creationId="{0AF46DC2-59E9-AEB6-622C-57EF6543E175}"/>
          </ac:spMkLst>
        </pc:spChg>
        <pc:spChg chg="add del mod">
          <ac:chgData name="ANAS BELHACHMI" userId="6494f61e-335a-4157-b7c8-f1ece193bc92" providerId="ADAL" clId="{E7CA2F1D-2815-4E91-B8BA-639765E4289A}" dt="2025-03-20T15:38:26.021" v="1614" actId="478"/>
          <ac:spMkLst>
            <pc:docMk/>
            <pc:sldMk cId="3400482025" sldId="2146849378"/>
            <ac:spMk id="71" creationId="{0EA55A9D-8948-DB95-055E-29FB23622965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73" creationId="{80E9E63B-BBC7-32EE-7D84-CD636F0CF113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74" creationId="{B50595EC-40B6-467A-1922-E68F626290FF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75" creationId="{5EBBB41E-64BB-E6FB-F70D-6700DAC6D00C}"/>
          </ac:spMkLst>
        </pc:spChg>
        <pc:spChg chg="add mod">
          <ac:chgData name="ANAS BELHACHMI" userId="6494f61e-335a-4157-b7c8-f1ece193bc92" providerId="ADAL" clId="{E7CA2F1D-2815-4E91-B8BA-639765E4289A}" dt="2025-03-20T15:50:47.123" v="1623" actId="207"/>
          <ac:spMkLst>
            <pc:docMk/>
            <pc:sldMk cId="3400482025" sldId="2146849378"/>
            <ac:spMk id="85" creationId="{3F9FBD7A-FB38-5E61-69F0-652201969B08}"/>
          </ac:spMkLst>
        </pc:spChg>
        <pc:spChg chg="add del mod">
          <ac:chgData name="ANAS BELHACHMI" userId="6494f61e-335a-4157-b7c8-f1ece193bc92" providerId="ADAL" clId="{E7CA2F1D-2815-4E91-B8BA-639765E4289A}" dt="2025-03-20T14:32:44.968" v="1450" actId="478"/>
          <ac:spMkLst>
            <pc:docMk/>
            <pc:sldMk cId="3400482025" sldId="2146849378"/>
            <ac:spMk id="86" creationId="{B84D5122-10B5-EC6B-FD20-9B87E33F3B94}"/>
          </ac:spMkLst>
        </pc:spChg>
        <pc:spChg chg="add del mod">
          <ac:chgData name="ANAS BELHACHMI" userId="6494f61e-335a-4157-b7c8-f1ece193bc92" providerId="ADAL" clId="{E7CA2F1D-2815-4E91-B8BA-639765E4289A}" dt="2025-03-20T14:33:34.425" v="1455" actId="478"/>
          <ac:spMkLst>
            <pc:docMk/>
            <pc:sldMk cId="3400482025" sldId="2146849378"/>
            <ac:spMk id="87" creationId="{34B1636D-729D-E15F-1722-15C69703F55E}"/>
          </ac:spMkLst>
        </pc:spChg>
        <pc:spChg chg="add mod">
          <ac:chgData name="ANAS BELHACHMI" userId="6494f61e-335a-4157-b7c8-f1ece193bc92" providerId="ADAL" clId="{E7CA2F1D-2815-4E91-B8BA-639765E4289A}" dt="2025-03-20T14:28:15.044" v="1431" actId="571"/>
          <ac:spMkLst>
            <pc:docMk/>
            <pc:sldMk cId="3400482025" sldId="2146849378"/>
            <ac:spMk id="89" creationId="{AF53935E-0F42-45B2-7698-51EA390BE492}"/>
          </ac:spMkLst>
        </pc:spChg>
        <pc:spChg chg="add mod">
          <ac:chgData name="ANAS BELHACHMI" userId="6494f61e-335a-4157-b7c8-f1ece193bc92" providerId="ADAL" clId="{E7CA2F1D-2815-4E91-B8BA-639765E4289A}" dt="2025-03-20T15:56:00.221" v="1676" actId="1076"/>
          <ac:spMkLst>
            <pc:docMk/>
            <pc:sldMk cId="3400482025" sldId="2146849378"/>
            <ac:spMk id="90" creationId="{3863ECE0-2B80-BCF8-5EAB-2EAD6B8E53C6}"/>
          </ac:spMkLst>
        </pc:spChg>
        <pc:spChg chg="add mod">
          <ac:chgData name="ANAS BELHACHMI" userId="6494f61e-335a-4157-b7c8-f1ece193bc92" providerId="ADAL" clId="{E7CA2F1D-2815-4E91-B8BA-639765E4289A}" dt="2025-03-20T14:28:48.417" v="1441" actId="571"/>
          <ac:spMkLst>
            <pc:docMk/>
            <pc:sldMk cId="3400482025" sldId="2146849378"/>
            <ac:spMk id="92" creationId="{41E8C3D2-2275-7BB6-F9AD-23D5D32F0FF2}"/>
          </ac:spMkLst>
        </pc:spChg>
        <pc:spChg chg="add mod">
          <ac:chgData name="ANAS BELHACHMI" userId="6494f61e-335a-4157-b7c8-f1ece193bc92" providerId="ADAL" clId="{E7CA2F1D-2815-4E91-B8BA-639765E4289A}" dt="2025-03-20T15:55:40.696" v="1672" actId="1076"/>
          <ac:spMkLst>
            <pc:docMk/>
            <pc:sldMk cId="3400482025" sldId="2146849378"/>
            <ac:spMk id="93" creationId="{6AABD0B6-1112-D9FD-893C-83A33EBB7EAD}"/>
          </ac:spMkLst>
        </pc:spChg>
        <pc:spChg chg="add mod">
          <ac:chgData name="ANAS BELHACHMI" userId="6494f61e-335a-4157-b7c8-f1ece193bc92" providerId="ADAL" clId="{E7CA2F1D-2815-4E91-B8BA-639765E4289A}" dt="2025-03-20T15:56:23.375" v="1681" actId="1076"/>
          <ac:spMkLst>
            <pc:docMk/>
            <pc:sldMk cId="3400482025" sldId="2146849378"/>
            <ac:spMk id="94" creationId="{EA75E4BA-BD07-8024-34B4-3C902BE2F509}"/>
          </ac:spMkLst>
        </pc:spChg>
        <pc:spChg chg="add mod">
          <ac:chgData name="ANAS BELHACHMI" userId="6494f61e-335a-4157-b7c8-f1ece193bc92" providerId="ADAL" clId="{E7CA2F1D-2815-4E91-B8BA-639765E4289A}" dt="2025-03-20T15:56:57.535" v="1685" actId="108"/>
          <ac:spMkLst>
            <pc:docMk/>
            <pc:sldMk cId="3400482025" sldId="2146849378"/>
            <ac:spMk id="95" creationId="{ADFBDBE9-E8BF-A391-D7E6-3417F52B35D4}"/>
          </ac:spMkLst>
        </pc:spChg>
        <pc:spChg chg="add del mod">
          <ac:chgData name="ANAS BELHACHMI" userId="6494f61e-335a-4157-b7c8-f1ece193bc92" providerId="ADAL" clId="{E7CA2F1D-2815-4E91-B8BA-639765E4289A}" dt="2025-03-20T16:40:45.311" v="1783" actId="478"/>
          <ac:spMkLst>
            <pc:docMk/>
            <pc:sldMk cId="3400482025" sldId="2146849378"/>
            <ac:spMk id="96" creationId="{4EC76A6C-360D-87C1-9C08-D44E1D08F953}"/>
          </ac:spMkLst>
        </pc:spChg>
        <pc:spChg chg="add del">
          <ac:chgData name="ANAS BELHACHMI" userId="6494f61e-335a-4157-b7c8-f1ece193bc92" providerId="ADAL" clId="{E7CA2F1D-2815-4E91-B8BA-639765E4289A}" dt="2025-03-20T16:40:52.399" v="1785" actId="478"/>
          <ac:spMkLst>
            <pc:docMk/>
            <pc:sldMk cId="3400482025" sldId="2146849378"/>
            <ac:spMk id="97" creationId="{10D009C7-2555-7941-BC6F-C0DDFA559D26}"/>
          </ac:spMkLst>
        </pc:spChg>
        <pc:spChg chg="add del mod">
          <ac:chgData name="ANAS BELHACHMI" userId="6494f61e-335a-4157-b7c8-f1ece193bc92" providerId="ADAL" clId="{E7CA2F1D-2815-4E91-B8BA-639765E4289A}" dt="2025-03-21T05:42:23.623" v="2980" actId="478"/>
          <ac:spMkLst>
            <pc:docMk/>
            <pc:sldMk cId="3400482025" sldId="2146849378"/>
            <ac:spMk id="104" creationId="{CC3EBCD7-3171-C434-97F1-0C8AC6CE96AD}"/>
          </ac:spMkLst>
        </pc:spChg>
        <pc:spChg chg="add mod">
          <ac:chgData name="ANAS BELHACHMI" userId="6494f61e-335a-4157-b7c8-f1ece193bc92" providerId="ADAL" clId="{E7CA2F1D-2815-4E91-B8BA-639765E4289A}" dt="2025-03-21T05:47:48.144" v="3046" actId="207"/>
          <ac:spMkLst>
            <pc:docMk/>
            <pc:sldMk cId="3400482025" sldId="2146849378"/>
            <ac:spMk id="105" creationId="{5AAC22AC-320B-4E6A-4C47-5379E8469246}"/>
          </ac:spMkLst>
        </pc:spChg>
        <pc:spChg chg="add mod">
          <ac:chgData name="ANAS BELHACHMI" userId="6494f61e-335a-4157-b7c8-f1ece193bc92" providerId="ADAL" clId="{E7CA2F1D-2815-4E91-B8BA-639765E4289A}" dt="2025-03-21T05:47:54.394" v="3047" actId="207"/>
          <ac:spMkLst>
            <pc:docMk/>
            <pc:sldMk cId="3400482025" sldId="2146849378"/>
            <ac:spMk id="106" creationId="{1B6C6BC1-FFDC-38A2-F93F-52C0CA266211}"/>
          </ac:spMkLst>
        </pc:spChg>
        <pc:spChg chg="add mod">
          <ac:chgData name="ANAS BELHACHMI" userId="6494f61e-335a-4157-b7c8-f1ece193bc92" providerId="ADAL" clId="{E7CA2F1D-2815-4E91-B8BA-639765E4289A}" dt="2025-03-21T05:48:00.906" v="3048" actId="207"/>
          <ac:spMkLst>
            <pc:docMk/>
            <pc:sldMk cId="3400482025" sldId="2146849378"/>
            <ac:spMk id="107" creationId="{985D91B5-D111-883B-8209-D970D4E063F2}"/>
          </ac:spMkLst>
        </pc:spChg>
        <pc:spChg chg="add mod">
          <ac:chgData name="ANAS BELHACHMI" userId="6494f61e-335a-4157-b7c8-f1ece193bc92" providerId="ADAL" clId="{E7CA2F1D-2815-4E91-B8BA-639765E4289A}" dt="2025-03-21T05:48:47.040" v="3064" actId="207"/>
          <ac:spMkLst>
            <pc:docMk/>
            <pc:sldMk cId="3400482025" sldId="2146849378"/>
            <ac:spMk id="108" creationId="{A80F6665-02A7-3D68-B959-2AC00ABBAE94}"/>
          </ac:spMkLst>
        </pc:spChg>
        <pc:grpChg chg="add del mod">
          <ac:chgData name="ANAS BELHACHMI" userId="6494f61e-335a-4157-b7c8-f1ece193bc92" providerId="ADAL" clId="{E7CA2F1D-2815-4E91-B8BA-639765E4289A}" dt="2025-03-19T23:18:28.408" v="433" actId="21"/>
          <ac:grpSpMkLst>
            <pc:docMk/>
            <pc:sldMk cId="3400482025" sldId="2146849378"/>
            <ac:grpSpMk id="27" creationId="{0A9EFA95-6ECE-696F-1822-1DDD1F6E9FDE}"/>
          </ac:grpSpMkLst>
        </pc:grpChg>
        <pc:grpChg chg="add mod">
          <ac:chgData name="ANAS BELHACHMI" userId="6494f61e-335a-4157-b7c8-f1ece193bc92" providerId="ADAL" clId="{E7CA2F1D-2815-4E91-B8BA-639765E4289A}" dt="2025-03-20T15:50:47.123" v="1623" actId="207"/>
          <ac:grpSpMkLst>
            <pc:docMk/>
            <pc:sldMk cId="3400482025" sldId="2146849378"/>
            <ac:grpSpMk id="41" creationId="{0A9EFA95-6ECE-696F-1822-1DDD1F6E9FDE}"/>
          </ac:grpSpMkLst>
        </pc:grpChg>
        <pc:picChg chg="del">
          <ac:chgData name="ANAS BELHACHMI" userId="6494f61e-335a-4157-b7c8-f1ece193bc92" providerId="ADAL" clId="{E7CA2F1D-2815-4E91-B8BA-639765E4289A}" dt="2025-03-19T22:11:29.077" v="367" actId="478"/>
          <ac:picMkLst>
            <pc:docMk/>
            <pc:sldMk cId="3400482025" sldId="2146849378"/>
            <ac:picMk id="4" creationId="{609BC498-81A3-4B34-9B38-5BFD1D75DD41}"/>
          </ac:picMkLst>
        </pc:picChg>
        <pc:picChg chg="mod">
          <ac:chgData name="ANAS BELHACHMI" userId="6494f61e-335a-4157-b7c8-f1ece193bc92" providerId="ADAL" clId="{E7CA2F1D-2815-4E91-B8BA-639765E4289A}" dt="2025-03-19T22:13:40.770" v="383"/>
          <ac:picMkLst>
            <pc:docMk/>
            <pc:sldMk cId="3400482025" sldId="2146849378"/>
            <ac:picMk id="28" creationId="{E354356E-6FD1-150C-0352-2C8D7BDCF664}"/>
          </ac:picMkLst>
        </pc:picChg>
        <pc:picChg chg="add del mod">
          <ac:chgData name="ANAS BELHACHMI" userId="6494f61e-335a-4157-b7c8-f1ece193bc92" providerId="ADAL" clId="{E7CA2F1D-2815-4E91-B8BA-639765E4289A}" dt="2025-03-19T23:18:32.570" v="435" actId="21"/>
          <ac:picMkLst>
            <pc:docMk/>
            <pc:sldMk cId="3400482025" sldId="2146849378"/>
            <ac:picMk id="30" creationId="{796AD818-351A-CB2D-598D-F1D94D2A5281}"/>
          </ac:picMkLst>
        </pc:picChg>
        <pc:picChg chg="add del mod">
          <ac:chgData name="ANAS BELHACHMI" userId="6494f61e-335a-4157-b7c8-f1ece193bc92" providerId="ADAL" clId="{E7CA2F1D-2815-4E91-B8BA-639765E4289A}" dt="2025-03-19T23:19:58.700" v="449" actId="21"/>
          <ac:picMkLst>
            <pc:docMk/>
            <pc:sldMk cId="3400482025" sldId="2146849378"/>
            <ac:picMk id="33" creationId="{0E77720E-EBD6-D8EA-05C7-FDA916F41F71}"/>
          </ac:picMkLst>
        </pc:picChg>
        <pc:picChg chg="add del mod">
          <ac:chgData name="ANAS BELHACHMI" userId="6494f61e-335a-4157-b7c8-f1ece193bc92" providerId="ADAL" clId="{E7CA2F1D-2815-4E91-B8BA-639765E4289A}" dt="2025-03-19T23:20:02.901" v="451" actId="21"/>
          <ac:picMkLst>
            <pc:docMk/>
            <pc:sldMk cId="3400482025" sldId="2146849378"/>
            <ac:picMk id="34" creationId="{9A0389D4-8392-1991-AFB6-55501ECF0F6A}"/>
          </ac:picMkLst>
        </pc:picChg>
        <pc:picChg chg="mod">
          <ac:chgData name="ANAS BELHACHMI" userId="6494f61e-335a-4157-b7c8-f1ece193bc92" providerId="ADAL" clId="{E7CA2F1D-2815-4E91-B8BA-639765E4289A}" dt="2025-03-19T23:18:28.785" v="434"/>
          <ac:picMkLst>
            <pc:docMk/>
            <pc:sldMk cId="3400482025" sldId="2146849378"/>
            <ac:picMk id="42" creationId="{E354356E-6FD1-150C-0352-2C8D7BDCF664}"/>
          </ac:picMkLst>
        </pc:picChg>
        <pc:picChg chg="add mod">
          <ac:chgData name="ANAS BELHACHMI" userId="6494f61e-335a-4157-b7c8-f1ece193bc92" providerId="ADAL" clId="{E7CA2F1D-2815-4E91-B8BA-639765E4289A}" dt="2025-03-20T15:50:47.123" v="1623" actId="207"/>
          <ac:picMkLst>
            <pc:docMk/>
            <pc:sldMk cId="3400482025" sldId="2146849378"/>
            <ac:picMk id="44" creationId="{796AD818-351A-CB2D-598D-F1D94D2A5281}"/>
          </ac:picMkLst>
        </pc:picChg>
        <pc:picChg chg="add mod">
          <ac:chgData name="ANAS BELHACHMI" userId="6494f61e-335a-4157-b7c8-f1ece193bc92" providerId="ADAL" clId="{E7CA2F1D-2815-4E91-B8BA-639765E4289A}" dt="2025-03-20T16:55:22.658" v="1823" actId="14100"/>
          <ac:picMkLst>
            <pc:docMk/>
            <pc:sldMk cId="3400482025" sldId="2146849378"/>
            <ac:picMk id="47" creationId="{0E77720E-EBD6-D8EA-05C7-FDA916F41F71}"/>
          </ac:picMkLst>
        </pc:picChg>
        <pc:picChg chg="add mod">
          <ac:chgData name="ANAS BELHACHMI" userId="6494f61e-335a-4157-b7c8-f1ece193bc92" providerId="ADAL" clId="{E7CA2F1D-2815-4E91-B8BA-639765E4289A}" dt="2025-03-20T15:56:34.571" v="1682" actId="1076"/>
          <ac:picMkLst>
            <pc:docMk/>
            <pc:sldMk cId="3400482025" sldId="2146849378"/>
            <ac:picMk id="48" creationId="{9A0389D4-8392-1991-AFB6-55501ECF0F6A}"/>
          </ac:picMkLst>
        </pc:picChg>
        <pc:picChg chg="add mod">
          <ac:chgData name="ANAS BELHACHMI" userId="6494f61e-335a-4157-b7c8-f1ece193bc92" providerId="ADAL" clId="{E7CA2F1D-2815-4E91-B8BA-639765E4289A}" dt="2025-03-20T15:50:47.123" v="1623" actId="207"/>
          <ac:picMkLst>
            <pc:docMk/>
            <pc:sldMk cId="3400482025" sldId="2146849378"/>
            <ac:picMk id="82" creationId="{C2B6613E-1C54-F9A1-12BB-8B9F793D2EF8}"/>
          </ac:picMkLst>
        </pc:picChg>
        <pc:picChg chg="add del">
          <ac:chgData name="ANAS BELHACHMI" userId="6494f61e-335a-4157-b7c8-f1ece193bc92" providerId="ADAL" clId="{E7CA2F1D-2815-4E91-B8BA-639765E4289A}" dt="2025-03-19T23:44:14.908" v="599" actId="22"/>
          <ac:picMkLst>
            <pc:docMk/>
            <pc:sldMk cId="3400482025" sldId="2146849378"/>
            <ac:picMk id="84" creationId="{ED541B01-BB0E-76F2-F1D1-B5DEE3A82BD4}"/>
          </ac:picMkLst>
        </pc:picChg>
        <pc:picChg chg="add mod">
          <ac:chgData name="ANAS BELHACHMI" userId="6494f61e-335a-4157-b7c8-f1ece193bc92" providerId="ADAL" clId="{E7CA2F1D-2815-4E91-B8BA-639765E4289A}" dt="2025-03-20T14:28:15.044" v="1431" actId="571"/>
          <ac:picMkLst>
            <pc:docMk/>
            <pc:sldMk cId="3400482025" sldId="2146849378"/>
            <ac:picMk id="88" creationId="{3E864587-E622-F745-9CE0-33EE436EC0A2}"/>
          </ac:picMkLst>
        </pc:picChg>
        <pc:picChg chg="add mod">
          <ac:chgData name="ANAS BELHACHMI" userId="6494f61e-335a-4157-b7c8-f1ece193bc92" providerId="ADAL" clId="{E7CA2F1D-2815-4E91-B8BA-639765E4289A}" dt="2025-03-20T14:28:48.417" v="1441" actId="571"/>
          <ac:picMkLst>
            <pc:docMk/>
            <pc:sldMk cId="3400482025" sldId="2146849378"/>
            <ac:picMk id="91" creationId="{69B1A647-7CA9-4EFD-24A1-947D01D62342}"/>
          </ac:picMkLst>
        </pc:picChg>
        <pc:picChg chg="add mod">
          <ac:chgData name="ANAS BELHACHMI" userId="6494f61e-335a-4157-b7c8-f1ece193bc92" providerId="ADAL" clId="{E7CA2F1D-2815-4E91-B8BA-639765E4289A}" dt="2025-03-20T16:43:00.655" v="1800" actId="14100"/>
          <ac:picMkLst>
            <pc:docMk/>
            <pc:sldMk cId="3400482025" sldId="2146849378"/>
            <ac:picMk id="98" creationId="{7A780BE5-57FB-5A25-BF60-294F3478272D}"/>
          </ac:picMkLst>
        </pc:picChg>
        <pc:picChg chg="add del mod">
          <ac:chgData name="ANAS BELHACHMI" userId="6494f61e-335a-4157-b7c8-f1ece193bc92" providerId="ADAL" clId="{E7CA2F1D-2815-4E91-B8BA-639765E4289A}" dt="2025-03-20T16:44:05.583" v="1812" actId="478"/>
          <ac:picMkLst>
            <pc:docMk/>
            <pc:sldMk cId="3400482025" sldId="2146849378"/>
            <ac:picMk id="99" creationId="{FCC4D658-38DC-98ED-61F6-D9E81359EDD3}"/>
          </ac:picMkLst>
        </pc:picChg>
        <pc:picChg chg="add mod">
          <ac:chgData name="ANAS BELHACHMI" userId="6494f61e-335a-4157-b7c8-f1ece193bc92" providerId="ADAL" clId="{E7CA2F1D-2815-4E91-B8BA-639765E4289A}" dt="2025-03-20T16:54:09.577" v="1817" actId="14100"/>
          <ac:picMkLst>
            <pc:docMk/>
            <pc:sldMk cId="3400482025" sldId="2146849378"/>
            <ac:picMk id="100" creationId="{73FCE068-9028-7A77-76E2-D690CF3B1E41}"/>
          </ac:picMkLst>
        </pc:picChg>
        <pc:picChg chg="add mod">
          <ac:chgData name="ANAS BELHACHMI" userId="6494f61e-335a-4157-b7c8-f1ece193bc92" providerId="ADAL" clId="{E7CA2F1D-2815-4E91-B8BA-639765E4289A}" dt="2025-03-20T16:41:20.711" v="1791" actId="1076"/>
          <ac:picMkLst>
            <pc:docMk/>
            <pc:sldMk cId="3400482025" sldId="2146849378"/>
            <ac:picMk id="6150" creationId="{4209FB3D-1F56-F453-F4BD-4A2119C10100}"/>
          </ac:picMkLst>
        </pc:picChg>
        <pc:picChg chg="add del mod">
          <ac:chgData name="ANAS BELHACHMI" userId="6494f61e-335a-4157-b7c8-f1ece193bc92" providerId="ADAL" clId="{E7CA2F1D-2815-4E91-B8BA-639765E4289A}" dt="2025-03-20T16:54:02.365" v="1816" actId="1076"/>
          <ac:picMkLst>
            <pc:docMk/>
            <pc:sldMk cId="3400482025" sldId="2146849378"/>
            <ac:picMk id="6152" creationId="{8CD1CA46-9455-2AA2-300F-35B9CFAEF8CE}"/>
          </ac:picMkLst>
        </pc:picChg>
        <pc:picChg chg="add del">
          <ac:chgData name="ANAS BELHACHMI" userId="6494f61e-335a-4157-b7c8-f1ece193bc92" providerId="ADAL" clId="{E7CA2F1D-2815-4E91-B8BA-639765E4289A}" dt="2025-03-20T16:43:45.973" v="1808" actId="478"/>
          <ac:picMkLst>
            <pc:docMk/>
            <pc:sldMk cId="3400482025" sldId="2146849378"/>
            <ac:picMk id="6154" creationId="{E56F5E70-FED1-69BD-FB05-1E3CF2D9BD63}"/>
          </ac:picMkLst>
        </pc:picChg>
        <pc:cxnChg chg="add mod">
          <ac:chgData name="ANAS BELHACHMI" userId="6494f61e-335a-4157-b7c8-f1ece193bc92" providerId="ADAL" clId="{E7CA2F1D-2815-4E91-B8BA-639765E4289A}" dt="2025-03-20T15:50:47.123" v="1623" actId="207"/>
          <ac:cxnSpMkLst>
            <pc:docMk/>
            <pc:sldMk cId="3400482025" sldId="2146849378"/>
            <ac:cxnSpMk id="9" creationId="{6D12A233-CB61-8F1D-1CDA-2BFFEA5005D3}"/>
          </ac:cxnSpMkLst>
        </pc:cxnChg>
        <pc:cxnChg chg="add del mod">
          <ac:chgData name="ANAS BELHACHMI" userId="6494f61e-335a-4157-b7c8-f1ece193bc92" providerId="ADAL" clId="{E7CA2F1D-2815-4E91-B8BA-639765E4289A}" dt="2025-03-21T05:45:24.147" v="3001" actId="1076"/>
          <ac:cxnSpMkLst>
            <pc:docMk/>
            <pc:sldMk cId="3400482025" sldId="2146849378"/>
            <ac:cxnSpMk id="37" creationId="{7C551F53-669B-A37F-42E8-F8074797FEAD}"/>
          </ac:cxnSpMkLst>
        </pc:cxnChg>
        <pc:cxnChg chg="add del mod">
          <ac:chgData name="ANAS BELHACHMI" userId="6494f61e-335a-4157-b7c8-f1ece193bc92" providerId="ADAL" clId="{E7CA2F1D-2815-4E91-B8BA-639765E4289A}" dt="2025-03-21T05:46:20.879" v="3024" actId="478"/>
          <ac:cxnSpMkLst>
            <pc:docMk/>
            <pc:sldMk cId="3400482025" sldId="2146849378"/>
            <ac:cxnSpMk id="40" creationId="{AD928995-C8AE-69A7-2FFF-5FA0A7970A7A}"/>
          </ac:cxnSpMkLst>
        </pc:cxnChg>
        <pc:cxnChg chg="add del mod">
          <ac:chgData name="ANAS BELHACHMI" userId="6494f61e-335a-4157-b7c8-f1ece193bc92" providerId="ADAL" clId="{E7CA2F1D-2815-4E91-B8BA-639765E4289A}" dt="2025-03-21T05:46:59.629" v="3043" actId="478"/>
          <ac:cxnSpMkLst>
            <pc:docMk/>
            <pc:sldMk cId="3400482025" sldId="2146849378"/>
            <ac:cxnSpMk id="45" creationId="{E3650CA5-DEF6-5682-E534-7AA12C4FEEFA}"/>
          </ac:cxnSpMkLst>
        </pc:cxnChg>
        <pc:cxnChg chg="add mod">
          <ac:chgData name="ANAS BELHACHMI" userId="6494f61e-335a-4157-b7c8-f1ece193bc92" providerId="ADAL" clId="{E7CA2F1D-2815-4E91-B8BA-639765E4289A}" dt="2025-03-20T16:55:06.156" v="1821" actId="14100"/>
          <ac:cxnSpMkLst>
            <pc:docMk/>
            <pc:sldMk cId="3400482025" sldId="2146849378"/>
            <ac:cxnSpMk id="50" creationId="{16585D46-FA07-0DBA-A57F-87889DE66BE7}"/>
          </ac:cxnSpMkLst>
        </pc:cxnChg>
        <pc:cxnChg chg="add mod">
          <ac:chgData name="ANAS BELHACHMI" userId="6494f61e-335a-4157-b7c8-f1ece193bc92" providerId="ADAL" clId="{E7CA2F1D-2815-4E91-B8BA-639765E4289A}" dt="2025-03-20T16:54:57.194" v="1820" actId="14100"/>
          <ac:cxnSpMkLst>
            <pc:docMk/>
            <pc:sldMk cId="3400482025" sldId="2146849378"/>
            <ac:cxnSpMk id="52" creationId="{A1A50738-B7A1-181F-4B90-4B5B9C2550CF}"/>
          </ac:cxnSpMkLst>
        </pc:cxnChg>
        <pc:cxnChg chg="add del mod">
          <ac:chgData name="ANAS BELHACHMI" userId="6494f61e-335a-4157-b7c8-f1ece193bc92" providerId="ADAL" clId="{E7CA2F1D-2815-4E91-B8BA-639765E4289A}" dt="2025-03-21T05:47:16.038" v="3045" actId="478"/>
          <ac:cxnSpMkLst>
            <pc:docMk/>
            <pc:sldMk cId="3400482025" sldId="2146849378"/>
            <ac:cxnSpMk id="53" creationId="{A9E38A40-738C-A2EE-1DE5-76E85AF973B2}"/>
          </ac:cxnSpMkLst>
        </pc:cxnChg>
        <pc:cxnChg chg="add del mod">
          <ac:chgData name="ANAS BELHACHMI" userId="6494f61e-335a-4157-b7c8-f1ece193bc92" providerId="ADAL" clId="{E7CA2F1D-2815-4E91-B8BA-639765E4289A}" dt="2025-03-20T15:38:22.503" v="1613" actId="478"/>
          <ac:cxnSpMkLst>
            <pc:docMk/>
            <pc:sldMk cId="3400482025" sldId="2146849378"/>
            <ac:cxnSpMk id="57" creationId="{874F593E-8F1D-7A6E-7DD2-7B8803693F7A}"/>
          </ac:cxnSpMkLst>
        </pc:cxnChg>
        <pc:cxnChg chg="add mod">
          <ac:chgData name="ANAS BELHACHMI" userId="6494f61e-335a-4157-b7c8-f1ece193bc92" providerId="ADAL" clId="{E7CA2F1D-2815-4E91-B8BA-639765E4289A}" dt="2025-03-20T16:55:12.772" v="1822" actId="14100"/>
          <ac:cxnSpMkLst>
            <pc:docMk/>
            <pc:sldMk cId="3400482025" sldId="2146849378"/>
            <ac:cxnSpMk id="59" creationId="{1319965E-E868-F31E-7150-39A05E67F7A0}"/>
          </ac:cxnSpMkLst>
        </pc:cxnChg>
        <pc:cxnChg chg="add mod ord">
          <ac:chgData name="ANAS BELHACHMI" userId="6494f61e-335a-4157-b7c8-f1ece193bc92" providerId="ADAL" clId="{E7CA2F1D-2815-4E91-B8BA-639765E4289A}" dt="2025-03-21T05:46:04.884" v="3023" actId="167"/>
          <ac:cxnSpMkLst>
            <pc:docMk/>
            <pc:sldMk cId="3400482025" sldId="2146849378"/>
            <ac:cxnSpMk id="111" creationId="{C3F61012-3F3D-D7CC-4390-016B69AFDBD7}"/>
          </ac:cxnSpMkLst>
        </pc:cxnChg>
        <pc:cxnChg chg="add mod ord">
          <ac:chgData name="ANAS BELHACHMI" userId="6494f61e-335a-4157-b7c8-f1ece193bc92" providerId="ADAL" clId="{E7CA2F1D-2815-4E91-B8BA-639765E4289A}" dt="2025-03-21T05:46:55.602" v="3042" actId="167"/>
          <ac:cxnSpMkLst>
            <pc:docMk/>
            <pc:sldMk cId="3400482025" sldId="2146849378"/>
            <ac:cxnSpMk id="112" creationId="{4045751F-A291-476C-5304-2FF9933A1293}"/>
          </ac:cxnSpMkLst>
        </pc:cxnChg>
        <pc:cxnChg chg="add mod">
          <ac:chgData name="ANAS BELHACHMI" userId="6494f61e-335a-4157-b7c8-f1ece193bc92" providerId="ADAL" clId="{E7CA2F1D-2815-4E91-B8BA-639765E4289A}" dt="2025-03-21T05:48:37.432" v="3063" actId="1036"/>
          <ac:cxnSpMkLst>
            <pc:docMk/>
            <pc:sldMk cId="3400482025" sldId="2146849378"/>
            <ac:cxnSpMk id="113" creationId="{300A37A3-038F-4D27-88A2-2E07F1A77F47}"/>
          </ac:cxnSpMkLst>
        </pc:cxnChg>
      </pc:sldChg>
      <pc:sldChg chg="add del">
        <pc:chgData name="ANAS BELHACHMI" userId="6494f61e-335a-4157-b7c8-f1ece193bc92" providerId="ADAL" clId="{E7CA2F1D-2815-4E91-B8BA-639765E4289A}" dt="2025-03-19T23:51:06.753" v="604"/>
        <pc:sldMkLst>
          <pc:docMk/>
          <pc:sldMk cId="1813955609" sldId="2146849379"/>
        </pc:sldMkLst>
      </pc:sldChg>
      <pc:sldChg chg="addSp delSp modSp add del mod">
        <pc:chgData name="ANAS BELHACHMI" userId="6494f61e-335a-4157-b7c8-f1ece193bc92" providerId="ADAL" clId="{E7CA2F1D-2815-4E91-B8BA-639765E4289A}" dt="2025-03-20T11:48:13.980" v="1103" actId="47"/>
        <pc:sldMkLst>
          <pc:docMk/>
          <pc:sldMk cId="2400499148" sldId="2146849379"/>
        </pc:sldMkLst>
        <pc:spChg chg="mod">
          <ac:chgData name="ANAS BELHACHMI" userId="6494f61e-335a-4157-b7c8-f1ece193bc92" providerId="ADAL" clId="{E7CA2F1D-2815-4E91-B8BA-639765E4289A}" dt="2025-03-20T11:41:49.085" v="1049" actId="1076"/>
          <ac:spMkLst>
            <pc:docMk/>
            <pc:sldMk cId="2400499148" sldId="2146849379"/>
            <ac:spMk id="30" creationId="{8851399E-441B-1980-B07A-D00A70AF8FCD}"/>
          </ac:spMkLst>
        </pc:spChg>
        <pc:spChg chg="mod">
          <ac:chgData name="ANAS BELHACHMI" userId="6494f61e-335a-4157-b7c8-f1ece193bc92" providerId="ADAL" clId="{E7CA2F1D-2815-4E91-B8BA-639765E4289A}" dt="2025-03-19T23:52:11.184" v="614"/>
          <ac:spMkLst>
            <pc:docMk/>
            <pc:sldMk cId="2400499148" sldId="2146849379"/>
            <ac:spMk id="33" creationId="{8914DE0C-B58E-EE4F-C979-E485422D2A65}"/>
          </ac:spMkLst>
        </pc:spChg>
        <pc:spChg chg="mod">
          <ac:chgData name="ANAS BELHACHMI" userId="6494f61e-335a-4157-b7c8-f1ece193bc92" providerId="ADAL" clId="{E7CA2F1D-2815-4E91-B8BA-639765E4289A}" dt="2025-03-19T23:51:34.587" v="610" actId="207"/>
          <ac:spMkLst>
            <pc:docMk/>
            <pc:sldMk cId="2400499148" sldId="2146849379"/>
            <ac:spMk id="36" creationId="{8AE11954-45D5-4E0F-F41A-846BA525BFD3}"/>
          </ac:spMkLst>
        </pc:spChg>
        <pc:grpChg chg="add mod">
          <ac:chgData name="ANAS BELHACHMI" userId="6494f61e-335a-4157-b7c8-f1ece193bc92" providerId="ADAL" clId="{E7CA2F1D-2815-4E91-B8BA-639765E4289A}" dt="2025-03-19T23:51:34.587" v="610" actId="207"/>
          <ac:grpSpMkLst>
            <pc:docMk/>
            <pc:sldMk cId="2400499148" sldId="2146849379"/>
            <ac:grpSpMk id="34" creationId="{67B51DBE-406A-21ED-BC4F-7791483B0A68}"/>
          </ac:grpSpMkLst>
        </pc:grpChg>
        <pc:picChg chg="del">
          <ac:chgData name="ANAS BELHACHMI" userId="6494f61e-335a-4157-b7c8-f1ece193bc92" providerId="ADAL" clId="{E7CA2F1D-2815-4E91-B8BA-639765E4289A}" dt="2025-03-19T23:51:24.236" v="606" actId="478"/>
          <ac:picMkLst>
            <pc:docMk/>
            <pc:sldMk cId="2400499148" sldId="2146849379"/>
            <ac:picMk id="9" creationId="{CE1F362E-23F2-5AAD-D97E-F96669B14BF3}"/>
          </ac:picMkLst>
        </pc:picChg>
        <pc:picChg chg="del">
          <ac:chgData name="ANAS BELHACHMI" userId="6494f61e-335a-4157-b7c8-f1ece193bc92" providerId="ADAL" clId="{E7CA2F1D-2815-4E91-B8BA-639765E4289A}" dt="2025-03-19T23:51:24.236" v="606" actId="478"/>
          <ac:picMkLst>
            <pc:docMk/>
            <pc:sldMk cId="2400499148" sldId="2146849379"/>
            <ac:picMk id="10" creationId="{C9EAD2FF-F800-51BD-2D42-721F7E09B35B}"/>
          </ac:picMkLst>
        </pc:picChg>
        <pc:picChg chg="del">
          <ac:chgData name="ANAS BELHACHMI" userId="6494f61e-335a-4157-b7c8-f1ece193bc92" providerId="ADAL" clId="{E7CA2F1D-2815-4E91-B8BA-639765E4289A}" dt="2025-03-19T23:51:24.236" v="606" actId="478"/>
          <ac:picMkLst>
            <pc:docMk/>
            <pc:sldMk cId="2400499148" sldId="2146849379"/>
            <ac:picMk id="11" creationId="{483AD791-9EBA-840E-97F8-A6233C9A2240}"/>
          </ac:picMkLst>
        </pc:picChg>
        <pc:picChg chg="del">
          <ac:chgData name="ANAS BELHACHMI" userId="6494f61e-335a-4157-b7c8-f1ece193bc92" providerId="ADAL" clId="{E7CA2F1D-2815-4E91-B8BA-639765E4289A}" dt="2025-03-19T23:51:24.236" v="606" actId="478"/>
          <ac:picMkLst>
            <pc:docMk/>
            <pc:sldMk cId="2400499148" sldId="2146849379"/>
            <ac:picMk id="12" creationId="{7FC59C6B-57EC-DDCE-2B94-67BB57B85F0E}"/>
          </ac:picMkLst>
        </pc:picChg>
        <pc:picChg chg="del">
          <ac:chgData name="ANAS BELHACHMI" userId="6494f61e-335a-4157-b7c8-f1ece193bc92" providerId="ADAL" clId="{E7CA2F1D-2815-4E91-B8BA-639765E4289A}" dt="2025-03-19T23:51:24.236" v="606" actId="478"/>
          <ac:picMkLst>
            <pc:docMk/>
            <pc:sldMk cId="2400499148" sldId="2146849379"/>
            <ac:picMk id="13" creationId="{4A2ABA36-C7AE-594D-1D85-56740286E9D5}"/>
          </ac:picMkLst>
        </pc:picChg>
        <pc:picChg chg="mod">
          <ac:chgData name="ANAS BELHACHMI" userId="6494f61e-335a-4157-b7c8-f1ece193bc92" providerId="ADAL" clId="{E7CA2F1D-2815-4E91-B8BA-639765E4289A}" dt="2025-03-19T23:51:34.587" v="610" actId="207"/>
          <ac:picMkLst>
            <pc:docMk/>
            <pc:sldMk cId="2400499148" sldId="2146849379"/>
            <ac:picMk id="35" creationId="{A42D8AE4-B2F0-EA7D-8DC1-AE719B36C740}"/>
          </ac:picMkLst>
        </pc:picChg>
      </pc:sldChg>
      <pc:sldChg chg="addSp delSp modSp add del mod ord">
        <pc:chgData name="ANAS BELHACHMI" userId="6494f61e-335a-4157-b7c8-f1ece193bc92" providerId="ADAL" clId="{E7CA2F1D-2815-4E91-B8BA-639765E4289A}" dt="2025-03-20T14:55:36.684" v="1559" actId="47"/>
        <pc:sldMkLst>
          <pc:docMk/>
          <pc:sldMk cId="4193088072" sldId="2146849380"/>
        </pc:sldMkLst>
        <pc:spChg chg="add del mod">
          <ac:chgData name="ANAS BELHACHMI" userId="6494f61e-335a-4157-b7c8-f1ece193bc92" providerId="ADAL" clId="{E7CA2F1D-2815-4E91-B8BA-639765E4289A}" dt="2025-03-20T10:55:56.073" v="632" actId="478"/>
          <ac:spMkLst>
            <pc:docMk/>
            <pc:sldMk cId="4193088072" sldId="2146849380"/>
            <ac:spMk id="3" creationId="{8396A1A2-3D2A-AE08-7F4C-E13F1640100C}"/>
          </ac:spMkLst>
        </pc:spChg>
        <pc:spChg chg="mod">
          <ac:chgData name="ANAS BELHACHMI" userId="6494f61e-335a-4157-b7c8-f1ece193bc92" providerId="ADAL" clId="{E7CA2F1D-2815-4E91-B8BA-639765E4289A}" dt="2025-03-20T10:56:07.814" v="633" actId="20577"/>
          <ac:spMkLst>
            <pc:docMk/>
            <pc:sldMk cId="4193088072" sldId="2146849380"/>
            <ac:spMk id="5" creationId="{2DA1AAAB-2D43-BFC5-799E-8D161FAEE04E}"/>
          </ac:spMkLst>
        </pc:spChg>
        <pc:spChg chg="mod">
          <ac:chgData name="ANAS BELHACHMI" userId="6494f61e-335a-4157-b7c8-f1ece193bc92" providerId="ADAL" clId="{E7CA2F1D-2815-4E91-B8BA-639765E4289A}" dt="2025-03-20T11:54:58.883" v="1108" actId="20577"/>
          <ac:spMkLst>
            <pc:docMk/>
            <pc:sldMk cId="4193088072" sldId="2146849380"/>
            <ac:spMk id="14" creationId="{F46B91F1-626B-373E-FBE0-0D313C1D84BA}"/>
          </ac:spMkLst>
        </pc:spChg>
        <pc:spChg chg="mod">
          <ac:chgData name="ANAS BELHACHMI" userId="6494f61e-335a-4157-b7c8-f1ece193bc92" providerId="ADAL" clId="{E7CA2F1D-2815-4E91-B8BA-639765E4289A}" dt="2025-03-20T14:21:50.094" v="1408" actId="790"/>
          <ac:spMkLst>
            <pc:docMk/>
            <pc:sldMk cId="4193088072" sldId="2146849380"/>
            <ac:spMk id="15" creationId="{CAFA6DFB-4B34-4AC4-47E5-8E80D8EEE3EA}"/>
          </ac:spMkLst>
        </pc:spChg>
        <pc:spChg chg="mod">
          <ac:chgData name="ANAS BELHACHMI" userId="6494f61e-335a-4157-b7c8-f1ece193bc92" providerId="ADAL" clId="{E7CA2F1D-2815-4E91-B8BA-639765E4289A}" dt="2025-03-20T10:55:41.531" v="629" actId="20577"/>
          <ac:spMkLst>
            <pc:docMk/>
            <pc:sldMk cId="4193088072" sldId="2146849380"/>
            <ac:spMk id="17" creationId="{53B41F2B-7981-CC5C-C333-11F6762DA5C1}"/>
          </ac:spMkLst>
        </pc:spChg>
        <pc:spChg chg="del mod">
          <ac:chgData name="ANAS BELHACHMI" userId="6494f61e-335a-4157-b7c8-f1ece193bc92" providerId="ADAL" clId="{E7CA2F1D-2815-4E91-B8BA-639765E4289A}" dt="2025-03-20T10:55:51.815" v="631" actId="478"/>
          <ac:spMkLst>
            <pc:docMk/>
            <pc:sldMk cId="4193088072" sldId="2146849380"/>
            <ac:spMk id="25" creationId="{99166D99-0EE5-5201-96E8-BDD7F43BC477}"/>
          </ac:spMkLst>
        </pc:spChg>
      </pc:sldChg>
      <pc:sldChg chg="addSp delSp modSp new del mod modClrScheme chgLayout">
        <pc:chgData name="ANAS BELHACHMI" userId="6494f61e-335a-4157-b7c8-f1ece193bc92" providerId="ADAL" clId="{E7CA2F1D-2815-4E91-B8BA-639765E4289A}" dt="2025-03-20T11:18:07.220" v="759" actId="47"/>
        <pc:sldMkLst>
          <pc:docMk/>
          <pc:sldMk cId="3572758439" sldId="2146849381"/>
        </pc:sldMkLst>
        <pc:spChg chg="del">
          <ac:chgData name="ANAS BELHACHMI" userId="6494f61e-335a-4157-b7c8-f1ece193bc92" providerId="ADAL" clId="{E7CA2F1D-2815-4E91-B8BA-639765E4289A}" dt="2025-03-20T11:15:23.664" v="748" actId="478"/>
          <ac:spMkLst>
            <pc:docMk/>
            <pc:sldMk cId="3572758439" sldId="2146849381"/>
            <ac:spMk id="2" creationId="{7B8C3499-ED33-B884-97B5-3F86ADA30A4E}"/>
          </ac:spMkLst>
        </pc:spChg>
        <pc:spChg chg="mod">
          <ac:chgData name="ANAS BELHACHMI" userId="6494f61e-335a-4157-b7c8-f1ece193bc92" providerId="ADAL" clId="{E7CA2F1D-2815-4E91-B8BA-639765E4289A}" dt="2025-03-20T11:15:49.775" v="754" actId="26606"/>
          <ac:spMkLst>
            <pc:docMk/>
            <pc:sldMk cId="3572758439" sldId="2146849381"/>
            <ac:spMk id="3" creationId="{24D24522-EC62-A3EC-F742-8304C852096D}"/>
          </ac:spMkLst>
        </pc:spChg>
        <pc:spChg chg="del mod">
          <ac:chgData name="ANAS BELHACHMI" userId="6494f61e-335a-4157-b7c8-f1ece193bc92" providerId="ADAL" clId="{E7CA2F1D-2815-4E91-B8BA-639765E4289A}" dt="2025-03-20T11:15:27.500" v="749" actId="478"/>
          <ac:spMkLst>
            <pc:docMk/>
            <pc:sldMk cId="3572758439" sldId="2146849381"/>
            <ac:spMk id="4" creationId="{96DCED53-7AF9-3C02-B918-71D6C4169430}"/>
          </ac:spMkLst>
        </pc:spChg>
        <pc:spChg chg="add del mod">
          <ac:chgData name="ANAS BELHACHMI" userId="6494f61e-335a-4157-b7c8-f1ece193bc92" providerId="ADAL" clId="{E7CA2F1D-2815-4E91-B8BA-639765E4289A}" dt="2025-03-20T11:15:31.609" v="750" actId="478"/>
          <ac:spMkLst>
            <pc:docMk/>
            <pc:sldMk cId="3572758439" sldId="2146849381"/>
            <ac:spMk id="6" creationId="{4EB61087-A0DC-4D27-2230-4A53DDB65206}"/>
          </ac:spMkLst>
        </pc:spChg>
      </pc:sldChg>
      <pc:sldChg chg="addSp delSp modSp add mod modTransition">
        <pc:chgData name="ANAS BELHACHMI" userId="6494f61e-335a-4157-b7c8-f1ece193bc92" providerId="ADAL" clId="{E7CA2F1D-2815-4E91-B8BA-639765E4289A}" dt="2025-03-21T05:32:30.875" v="2926"/>
        <pc:sldMkLst>
          <pc:docMk/>
          <pc:sldMk cId="4032328020" sldId="2146849381"/>
        </pc:sldMkLst>
        <pc:spChg chg="mod">
          <ac:chgData name="ANAS BELHACHMI" userId="6494f61e-335a-4157-b7c8-f1ece193bc92" providerId="ADAL" clId="{E7CA2F1D-2815-4E91-B8BA-639765E4289A}" dt="2025-03-20T11:25:00.807" v="882" actId="20577"/>
          <ac:spMkLst>
            <pc:docMk/>
            <pc:sldMk cId="4032328020" sldId="2146849381"/>
            <ac:spMk id="2" creationId="{00000000-0000-0000-0000-000000000000}"/>
          </ac:spMkLst>
        </pc:spChg>
        <pc:picChg chg="add mod">
          <ac:chgData name="ANAS BELHACHMI" userId="6494f61e-335a-4157-b7c8-f1ece193bc92" providerId="ADAL" clId="{E7CA2F1D-2815-4E91-B8BA-639765E4289A}" dt="2025-03-20T11:24:10.920" v="829" actId="1036"/>
          <ac:picMkLst>
            <pc:docMk/>
            <pc:sldMk cId="4032328020" sldId="2146849381"/>
            <ac:picMk id="3" creationId="{1781213D-2EED-376E-7462-E6AFEED9018A}"/>
          </ac:picMkLst>
        </pc:picChg>
        <pc:picChg chg="del">
          <ac:chgData name="ANAS BELHACHMI" userId="6494f61e-335a-4157-b7c8-f1ece193bc92" providerId="ADAL" clId="{E7CA2F1D-2815-4E91-B8BA-639765E4289A}" dt="2025-03-20T11:23:38.487" v="817" actId="478"/>
          <ac:picMkLst>
            <pc:docMk/>
            <pc:sldMk cId="4032328020" sldId="2146849381"/>
            <ac:picMk id="4" creationId="{10A6AA86-622E-88FB-B01B-76C14FAFFE7F}"/>
          </ac:picMkLst>
        </pc:picChg>
      </pc:sldChg>
      <pc:sldChg chg="new del">
        <pc:chgData name="ANAS BELHACHMI" userId="6494f61e-335a-4157-b7c8-f1ece193bc92" providerId="ADAL" clId="{E7CA2F1D-2815-4E91-B8BA-639765E4289A}" dt="2025-03-20T11:30:15.860" v="928" actId="47"/>
        <pc:sldMkLst>
          <pc:docMk/>
          <pc:sldMk cId="1482508276" sldId="2146849382"/>
        </pc:sldMkLst>
      </pc:sldChg>
      <pc:sldChg chg="addSp delSp modSp add mod modTransition">
        <pc:chgData name="ANAS BELHACHMI" userId="6494f61e-335a-4157-b7c8-f1ece193bc92" providerId="ADAL" clId="{E7CA2F1D-2815-4E91-B8BA-639765E4289A}" dt="2025-03-21T05:52:01.204" v="3091" actId="20577"/>
        <pc:sldMkLst>
          <pc:docMk/>
          <pc:sldMk cId="4271570888" sldId="2146849382"/>
        </pc:sldMkLst>
        <pc:spChg chg="mod">
          <ac:chgData name="ANAS BELHACHMI" userId="6494f61e-335a-4157-b7c8-f1ece193bc92" providerId="ADAL" clId="{E7CA2F1D-2815-4E91-B8BA-639765E4289A}" dt="2025-03-20T11:39:57.720" v="1029" actId="1076"/>
          <ac:spMkLst>
            <pc:docMk/>
            <pc:sldMk cId="4271570888" sldId="2146849382"/>
            <ac:spMk id="2" creationId="{8BF91C1B-B81E-3C24-614C-A357DE22DE54}"/>
          </ac:spMkLst>
        </pc:spChg>
        <pc:spChg chg="add mod">
          <ac:chgData name="ANAS BELHACHMI" userId="6494f61e-335a-4157-b7c8-f1ece193bc92" providerId="ADAL" clId="{E7CA2F1D-2815-4E91-B8BA-639765E4289A}" dt="2025-03-20T11:31:56.517" v="943" actId="1076"/>
          <ac:spMkLst>
            <pc:docMk/>
            <pc:sldMk cId="4271570888" sldId="2146849382"/>
            <ac:spMk id="3" creationId="{F51E78A7-BFA9-3B36-81F7-6958D8D5B7B1}"/>
          </ac:spMkLst>
        </pc:spChg>
        <pc:spChg chg="add mod">
          <ac:chgData name="ANAS BELHACHMI" userId="6494f61e-335a-4157-b7c8-f1ece193bc92" providerId="ADAL" clId="{E7CA2F1D-2815-4E91-B8BA-639765E4289A}" dt="2025-03-20T11:31:56.517" v="943" actId="1076"/>
          <ac:spMkLst>
            <pc:docMk/>
            <pc:sldMk cId="4271570888" sldId="2146849382"/>
            <ac:spMk id="5" creationId="{8FC77F67-36DA-CB80-238D-10AAFFABE026}"/>
          </ac:spMkLst>
        </pc:spChg>
        <pc:spChg chg="mod">
          <ac:chgData name="ANAS BELHACHMI" userId="6494f61e-335a-4157-b7c8-f1ece193bc92" providerId="ADAL" clId="{E7CA2F1D-2815-4E91-B8BA-639765E4289A}" dt="2025-03-20T11:40:00.560" v="1030" actId="1076"/>
          <ac:spMkLst>
            <pc:docMk/>
            <pc:sldMk cId="4271570888" sldId="2146849382"/>
            <ac:spMk id="7" creationId="{8ECF1D31-F098-67A5-081F-1D22BF1B22CF}"/>
          </ac:spMkLst>
        </pc:spChg>
        <pc:spChg chg="del mod">
          <ac:chgData name="ANAS BELHACHMI" userId="6494f61e-335a-4157-b7c8-f1ece193bc92" providerId="ADAL" clId="{E7CA2F1D-2815-4E91-B8BA-639765E4289A}" dt="2025-03-20T11:46:59.470" v="1097" actId="478"/>
          <ac:spMkLst>
            <pc:docMk/>
            <pc:sldMk cId="4271570888" sldId="2146849382"/>
            <ac:spMk id="8" creationId="{0203373F-544B-2A0B-2F39-9F4E5D261539}"/>
          </ac:spMkLst>
        </pc:spChg>
        <pc:spChg chg="mod">
          <ac:chgData name="ANAS BELHACHMI" userId="6494f61e-335a-4157-b7c8-f1ece193bc92" providerId="ADAL" clId="{E7CA2F1D-2815-4E91-B8BA-639765E4289A}" dt="2025-03-20T11:46:21.435" v="1095" actId="1038"/>
          <ac:spMkLst>
            <pc:docMk/>
            <pc:sldMk cId="4271570888" sldId="2146849382"/>
            <ac:spMk id="9" creationId="{18A8638D-8D1A-D61E-6517-48A03C9E359D}"/>
          </ac:spMkLst>
        </pc:spChg>
        <pc:spChg chg="mod">
          <ac:chgData name="ANAS BELHACHMI" userId="6494f61e-335a-4157-b7c8-f1ece193bc92" providerId="ADAL" clId="{E7CA2F1D-2815-4E91-B8BA-639765E4289A}" dt="2025-03-20T11:44:41.635" v="1077" actId="1076"/>
          <ac:spMkLst>
            <pc:docMk/>
            <pc:sldMk cId="4271570888" sldId="2146849382"/>
            <ac:spMk id="10" creationId="{5520A503-2922-8382-D465-97B5D840A48D}"/>
          </ac:spMkLst>
        </pc:spChg>
        <pc:spChg chg="add mod">
          <ac:chgData name="ANAS BELHACHMI" userId="6494f61e-335a-4157-b7c8-f1ece193bc92" providerId="ADAL" clId="{E7CA2F1D-2815-4E91-B8BA-639765E4289A}" dt="2025-03-20T11:31:56.517" v="943" actId="1076"/>
          <ac:spMkLst>
            <pc:docMk/>
            <pc:sldMk cId="4271570888" sldId="2146849382"/>
            <ac:spMk id="15" creationId="{1CC534EB-5DDE-CDB0-575C-908536C557F8}"/>
          </ac:spMkLst>
        </pc:spChg>
        <pc:spChg chg="mod">
          <ac:chgData name="ANAS BELHACHMI" userId="6494f61e-335a-4157-b7c8-f1ece193bc92" providerId="ADAL" clId="{E7CA2F1D-2815-4E91-B8BA-639765E4289A}" dt="2025-03-20T22:24:22.813" v="2423" actId="108"/>
          <ac:spMkLst>
            <pc:docMk/>
            <pc:sldMk cId="4271570888" sldId="2146849382"/>
            <ac:spMk id="16" creationId="{2CE69824-C60C-44C1-04CF-BA0FABCD13B2}"/>
          </ac:spMkLst>
        </pc:spChg>
        <pc:spChg chg="add mod">
          <ac:chgData name="ANAS BELHACHMI" userId="6494f61e-335a-4157-b7c8-f1ece193bc92" providerId="ADAL" clId="{E7CA2F1D-2815-4E91-B8BA-639765E4289A}" dt="2025-03-20T11:31:56.517" v="943" actId="1076"/>
          <ac:spMkLst>
            <pc:docMk/>
            <pc:sldMk cId="4271570888" sldId="2146849382"/>
            <ac:spMk id="17" creationId="{6A7C0DDC-30BA-4C7B-30C3-ABD36F7F21A2}"/>
          </ac:spMkLst>
        </pc:spChg>
        <pc:spChg chg="add mod">
          <ac:chgData name="ANAS BELHACHMI" userId="6494f61e-335a-4157-b7c8-f1ece193bc92" providerId="ADAL" clId="{E7CA2F1D-2815-4E91-B8BA-639765E4289A}" dt="2025-03-20T11:31:56.517" v="943" actId="1076"/>
          <ac:spMkLst>
            <pc:docMk/>
            <pc:sldMk cId="4271570888" sldId="2146849382"/>
            <ac:spMk id="18" creationId="{59644192-56E3-6288-9B97-8403BEE02FA0}"/>
          </ac:spMkLst>
        </pc:spChg>
        <pc:spChg chg="add del mod">
          <ac:chgData name="ANAS BELHACHMI" userId="6494f61e-335a-4157-b7c8-f1ece193bc92" providerId="ADAL" clId="{E7CA2F1D-2815-4E91-B8BA-639765E4289A}" dt="2025-03-20T11:34:43.450" v="980" actId="478"/>
          <ac:spMkLst>
            <pc:docMk/>
            <pc:sldMk cId="4271570888" sldId="2146849382"/>
            <ac:spMk id="19" creationId="{A5F663B1-C586-CFD3-A082-22C55B6B48C4}"/>
          </ac:spMkLst>
        </pc:spChg>
        <pc:spChg chg="add del mod">
          <ac:chgData name="ANAS BELHACHMI" userId="6494f61e-335a-4157-b7c8-f1ece193bc92" providerId="ADAL" clId="{E7CA2F1D-2815-4E91-B8BA-639765E4289A}" dt="2025-03-20T11:44:27.881" v="1075" actId="478"/>
          <ac:spMkLst>
            <pc:docMk/>
            <pc:sldMk cId="4271570888" sldId="2146849382"/>
            <ac:spMk id="20" creationId="{8791B46C-4C4F-37E5-5CD0-86B508614C7D}"/>
          </ac:spMkLst>
        </pc:spChg>
        <pc:spChg chg="add del mod">
          <ac:chgData name="ANAS BELHACHMI" userId="6494f61e-335a-4157-b7c8-f1ece193bc92" providerId="ADAL" clId="{E7CA2F1D-2815-4E91-B8BA-639765E4289A}" dt="2025-03-20T11:32:35.568" v="946" actId="478"/>
          <ac:spMkLst>
            <pc:docMk/>
            <pc:sldMk cId="4271570888" sldId="2146849382"/>
            <ac:spMk id="21" creationId="{EB9820A3-53C8-B31B-21B4-137D46CFB532}"/>
          </ac:spMkLst>
        </pc:spChg>
        <pc:spChg chg="add del mod">
          <ac:chgData name="ANAS BELHACHMI" userId="6494f61e-335a-4157-b7c8-f1ece193bc92" providerId="ADAL" clId="{E7CA2F1D-2815-4E91-B8BA-639765E4289A}" dt="2025-03-20T11:40:40.047" v="1036" actId="21"/>
          <ac:spMkLst>
            <pc:docMk/>
            <pc:sldMk cId="4271570888" sldId="2146849382"/>
            <ac:spMk id="22" creationId="{0DAB356A-A9C2-017E-76DA-556834FD0BAB}"/>
          </ac:spMkLst>
        </pc:spChg>
        <pc:spChg chg="add mod">
          <ac:chgData name="ANAS BELHACHMI" userId="6494f61e-335a-4157-b7c8-f1ece193bc92" providerId="ADAL" clId="{E7CA2F1D-2815-4E91-B8BA-639765E4289A}" dt="2025-03-21T05:52:01.204" v="3091" actId="20577"/>
          <ac:spMkLst>
            <pc:docMk/>
            <pc:sldMk cId="4271570888" sldId="2146849382"/>
            <ac:spMk id="23" creationId="{B6465114-03BD-D777-94C1-1180E71FCC8E}"/>
          </ac:spMkLst>
        </pc:spChg>
        <pc:spChg chg="add del mod">
          <ac:chgData name="ANAS BELHACHMI" userId="6494f61e-335a-4157-b7c8-f1ece193bc92" providerId="ADAL" clId="{E7CA2F1D-2815-4E91-B8BA-639765E4289A}" dt="2025-03-20T11:35:27.426" v="989" actId="21"/>
          <ac:spMkLst>
            <pc:docMk/>
            <pc:sldMk cId="4271570888" sldId="2146849382"/>
            <ac:spMk id="24" creationId="{86438700-F067-5BE6-4AC9-5FA648A11B3E}"/>
          </ac:spMkLst>
        </pc:spChg>
        <pc:spChg chg="add mod">
          <ac:chgData name="ANAS BELHACHMI" userId="6494f61e-335a-4157-b7c8-f1ece193bc92" providerId="ADAL" clId="{E7CA2F1D-2815-4E91-B8BA-639765E4289A}" dt="2025-03-20T11:40:08.325" v="1031" actId="1076"/>
          <ac:spMkLst>
            <pc:docMk/>
            <pc:sldMk cId="4271570888" sldId="2146849382"/>
            <ac:spMk id="25" creationId="{3F5F42F9-ED32-DB7E-48CD-B054C7092784}"/>
          </ac:spMkLst>
        </pc:spChg>
        <pc:spChg chg="add mod">
          <ac:chgData name="ANAS BELHACHMI" userId="6494f61e-335a-4157-b7c8-f1ece193bc92" providerId="ADAL" clId="{E7CA2F1D-2815-4E91-B8BA-639765E4289A}" dt="2025-03-20T11:40:20.930" v="1033" actId="404"/>
          <ac:spMkLst>
            <pc:docMk/>
            <pc:sldMk cId="4271570888" sldId="2146849382"/>
            <ac:spMk id="26" creationId="{86438700-F067-5BE6-4AC9-5FA648A11B3E}"/>
          </ac:spMkLst>
        </pc:spChg>
        <pc:spChg chg="add mod">
          <ac:chgData name="ANAS BELHACHMI" userId="6494f61e-335a-4157-b7c8-f1ece193bc92" providerId="ADAL" clId="{E7CA2F1D-2815-4E91-B8BA-639765E4289A}" dt="2025-03-20T11:40:49.485" v="1038" actId="1076"/>
          <ac:spMkLst>
            <pc:docMk/>
            <pc:sldMk cId="4271570888" sldId="2146849382"/>
            <ac:spMk id="27" creationId="{AF92E2DA-A37C-6245-D2AA-AAA486CEB3C7}"/>
          </ac:spMkLst>
        </pc:spChg>
        <pc:spChg chg="add mod">
          <ac:chgData name="ANAS BELHACHMI" userId="6494f61e-335a-4157-b7c8-f1ece193bc92" providerId="ADAL" clId="{E7CA2F1D-2815-4E91-B8BA-639765E4289A}" dt="2025-03-20T11:44:34.386" v="1076" actId="1076"/>
          <ac:spMkLst>
            <pc:docMk/>
            <pc:sldMk cId="4271570888" sldId="2146849382"/>
            <ac:spMk id="28" creationId="{1F5F7D82-83BF-4D08-AB3C-7A92C22D7D3D}"/>
          </ac:spMkLst>
        </pc:spChg>
        <pc:spChg chg="add mod">
          <ac:chgData name="ANAS BELHACHMI" userId="6494f61e-335a-4157-b7c8-f1ece193bc92" providerId="ADAL" clId="{E7CA2F1D-2815-4E91-B8BA-639765E4289A}" dt="2025-03-21T05:51:18.286" v="3088" actId="1076"/>
          <ac:spMkLst>
            <pc:docMk/>
            <pc:sldMk cId="4271570888" sldId="2146849382"/>
            <ac:spMk id="29" creationId="{44386645-5E1E-AEA9-3FC6-C1AAEE34F1CE}"/>
          </ac:spMkLst>
        </pc:spChg>
        <pc:spChg chg="add mod">
          <ac:chgData name="ANAS BELHACHMI" userId="6494f61e-335a-4157-b7c8-f1ece193bc92" providerId="ADAL" clId="{E7CA2F1D-2815-4E91-B8BA-639765E4289A}" dt="2025-03-20T11:40:55.952" v="1040" actId="1076"/>
          <ac:spMkLst>
            <pc:docMk/>
            <pc:sldMk cId="4271570888" sldId="2146849382"/>
            <ac:spMk id="30" creationId="{0DAB356A-A9C2-017E-76DA-556834FD0BAB}"/>
          </ac:spMkLst>
        </pc:spChg>
        <pc:spChg chg="add mod ord">
          <ac:chgData name="ANAS BELHACHMI" userId="6494f61e-335a-4157-b7c8-f1ece193bc92" providerId="ADAL" clId="{E7CA2F1D-2815-4E91-B8BA-639765E4289A}" dt="2025-03-20T11:45:08.370" v="1087" actId="14100"/>
          <ac:spMkLst>
            <pc:docMk/>
            <pc:sldMk cId="4271570888" sldId="2146849382"/>
            <ac:spMk id="31" creationId="{016ECD1A-BECF-B122-73A9-D994D4A1152F}"/>
          </ac:spMkLst>
        </pc:spChg>
        <pc:spChg chg="add mod ord">
          <ac:chgData name="ANAS BELHACHMI" userId="6494f61e-335a-4157-b7c8-f1ece193bc92" providerId="ADAL" clId="{E7CA2F1D-2815-4E91-B8BA-639765E4289A}" dt="2025-03-20T11:46:28.406" v="1096" actId="207"/>
          <ac:spMkLst>
            <pc:docMk/>
            <pc:sldMk cId="4271570888" sldId="2146849382"/>
            <ac:spMk id="1024" creationId="{8C4FC97A-AF5C-EBF9-C0F1-7F51286B9E57}"/>
          </ac:spMkLst>
        </pc:spChg>
        <pc:grpChg chg="mod">
          <ac:chgData name="ANAS BELHACHMI" userId="6494f61e-335a-4157-b7c8-f1ece193bc92" providerId="ADAL" clId="{E7CA2F1D-2815-4E91-B8BA-639765E4289A}" dt="2025-03-20T11:39:54.251" v="1028" actId="1076"/>
          <ac:grpSpMkLst>
            <pc:docMk/>
            <pc:sldMk cId="4271570888" sldId="2146849382"/>
            <ac:grpSpMk id="4" creationId="{3635CA72-B90E-5156-526A-73292723456D}"/>
          </ac:grpSpMkLst>
        </pc:grpChg>
        <pc:picChg chg="del">
          <ac:chgData name="ANAS BELHACHMI" userId="6494f61e-335a-4157-b7c8-f1ece193bc92" providerId="ADAL" clId="{E7CA2F1D-2815-4E91-B8BA-639765E4289A}" dt="2025-03-20T11:30:49.311" v="930" actId="478"/>
          <ac:picMkLst>
            <pc:docMk/>
            <pc:sldMk cId="4271570888" sldId="2146849382"/>
            <ac:picMk id="6" creationId="{94063F5A-4275-02A6-7343-B846BE095DEF}"/>
          </ac:picMkLst>
        </pc:picChg>
        <pc:picChg chg="mod">
          <ac:chgData name="ANAS BELHACHMI" userId="6494f61e-335a-4157-b7c8-f1ece193bc92" providerId="ADAL" clId="{E7CA2F1D-2815-4E91-B8BA-639765E4289A}" dt="2025-03-20T11:39:54.251" v="1028" actId="1076"/>
          <ac:picMkLst>
            <pc:docMk/>
            <pc:sldMk cId="4271570888" sldId="2146849382"/>
            <ac:picMk id="1026" creationId="{E5CDC24A-D1BB-DB33-E6C0-898CE674A78C}"/>
          </ac:picMkLst>
        </pc:picChg>
        <pc:picChg chg="mod">
          <ac:chgData name="ANAS BELHACHMI" userId="6494f61e-335a-4157-b7c8-f1ece193bc92" providerId="ADAL" clId="{E7CA2F1D-2815-4E91-B8BA-639765E4289A}" dt="2025-03-20T11:44:45.013" v="1078" actId="1076"/>
          <ac:picMkLst>
            <pc:docMk/>
            <pc:sldMk cId="4271570888" sldId="2146849382"/>
            <ac:picMk id="1030" creationId="{A5A82128-95D3-112B-8700-712BEE1BB27B}"/>
          </ac:picMkLst>
        </pc:picChg>
        <pc:picChg chg="add mod">
          <ac:chgData name="ANAS BELHACHMI" userId="6494f61e-335a-4157-b7c8-f1ece193bc92" providerId="ADAL" clId="{E7CA2F1D-2815-4E91-B8BA-639765E4289A}" dt="2025-03-20T11:46:12.070" v="1090" actId="1037"/>
          <ac:picMkLst>
            <pc:docMk/>
            <pc:sldMk cId="4271570888" sldId="2146849382"/>
            <ac:picMk id="8194" creationId="{AF317A21-AE5B-AF10-42E8-8519443800E9}"/>
          </ac:picMkLst>
        </pc:picChg>
        <pc:picChg chg="add mod">
          <ac:chgData name="ANAS BELHACHMI" userId="6494f61e-335a-4157-b7c8-f1ece193bc92" providerId="ADAL" clId="{E7CA2F1D-2815-4E91-B8BA-639765E4289A}" dt="2025-03-20T11:47:32.360" v="1102" actId="14100"/>
          <ac:picMkLst>
            <pc:docMk/>
            <pc:sldMk cId="4271570888" sldId="2146849382"/>
            <ac:picMk id="8196" creationId="{588497FD-2319-E5D4-B09B-07E340E25CEA}"/>
          </ac:picMkLst>
        </pc:picChg>
      </pc:sldChg>
      <pc:sldChg chg="new del">
        <pc:chgData name="ANAS BELHACHMI" userId="6494f61e-335a-4157-b7c8-f1ece193bc92" providerId="ADAL" clId="{E7CA2F1D-2815-4E91-B8BA-639765E4289A}" dt="2025-03-20T12:31:06.596" v="1245" actId="47"/>
        <pc:sldMkLst>
          <pc:docMk/>
          <pc:sldMk cId="222842090" sldId="2146849383"/>
        </pc:sldMkLst>
      </pc:sldChg>
      <pc:sldChg chg="addSp delSp modSp new del mod ord modNotes">
        <pc:chgData name="ANAS BELHACHMI" userId="6494f61e-335a-4157-b7c8-f1ece193bc92" providerId="ADAL" clId="{E7CA2F1D-2815-4E91-B8BA-639765E4289A}" dt="2025-03-20T18:01:51.966" v="1848" actId="47"/>
        <pc:sldMkLst>
          <pc:docMk/>
          <pc:sldMk cId="3123353021" sldId="2146849383"/>
        </pc:sldMkLst>
        <pc:spChg chg="add del mod">
          <ac:chgData name="ANAS BELHACHMI" userId="6494f61e-335a-4157-b7c8-f1ece193bc92" providerId="ADAL" clId="{E7CA2F1D-2815-4E91-B8BA-639765E4289A}" dt="2025-03-20T15:31:17.473" v="1598" actId="478"/>
          <ac:spMkLst>
            <pc:docMk/>
            <pc:sldMk cId="3123353021" sldId="2146849383"/>
            <ac:spMk id="2" creationId="{DB30E4FF-E43F-1E90-9FDC-E9C197927F36}"/>
          </ac:spMkLst>
        </pc:spChg>
        <pc:spChg chg="mod">
          <ac:chgData name="ANAS BELHACHMI" userId="6494f61e-335a-4157-b7c8-f1ece193bc92" providerId="ADAL" clId="{E7CA2F1D-2815-4E91-B8BA-639765E4289A}" dt="2025-03-20T15:30:39.732" v="1586" actId="20577"/>
          <ac:spMkLst>
            <pc:docMk/>
            <pc:sldMk cId="3123353021" sldId="2146849383"/>
            <ac:spMk id="3" creationId="{2BCC00F9-9CB8-B558-9BA6-3F2BA59F09BC}"/>
          </ac:spMkLst>
        </pc:spChg>
        <pc:spChg chg="del mod">
          <ac:chgData name="ANAS BELHACHMI" userId="6494f61e-335a-4157-b7c8-f1ece193bc92" providerId="ADAL" clId="{E7CA2F1D-2815-4E91-B8BA-639765E4289A}" dt="2025-03-20T15:30:44.499" v="1587" actId="478"/>
          <ac:spMkLst>
            <pc:docMk/>
            <pc:sldMk cId="3123353021" sldId="2146849383"/>
            <ac:spMk id="4" creationId="{913B96CD-5FC6-717A-DA7A-876A900F757A}"/>
          </ac:spMkLst>
        </pc:spChg>
        <pc:spChg chg="add mod">
          <ac:chgData name="ANAS BELHACHMI" userId="6494f61e-335a-4157-b7c8-f1ece193bc92" providerId="ADAL" clId="{E7CA2F1D-2815-4E91-B8BA-639765E4289A}" dt="2025-03-20T12:31:19.429" v="1252"/>
          <ac:spMkLst>
            <pc:docMk/>
            <pc:sldMk cId="3123353021" sldId="2146849383"/>
            <ac:spMk id="5" creationId="{5FD89E08-0560-0519-1706-A4B466320A88}"/>
          </ac:spMkLst>
        </pc:spChg>
        <pc:spChg chg="add del mod">
          <ac:chgData name="ANAS BELHACHMI" userId="6494f61e-335a-4157-b7c8-f1ece193bc92" providerId="ADAL" clId="{E7CA2F1D-2815-4E91-B8BA-639765E4289A}" dt="2025-03-20T12:31:45.601" v="1255" actId="478"/>
          <ac:spMkLst>
            <pc:docMk/>
            <pc:sldMk cId="3123353021" sldId="2146849383"/>
            <ac:spMk id="6" creationId="{1B2DCBB3-389B-ACF5-5447-768AA12BA6E0}"/>
          </ac:spMkLst>
        </pc:spChg>
        <pc:spChg chg="add del mod">
          <ac:chgData name="ANAS BELHACHMI" userId="6494f61e-335a-4157-b7c8-f1ece193bc92" providerId="ADAL" clId="{E7CA2F1D-2815-4E91-B8BA-639765E4289A}" dt="2025-03-20T15:30:47.895" v="1588" actId="478"/>
          <ac:spMkLst>
            <pc:docMk/>
            <pc:sldMk cId="3123353021" sldId="2146849383"/>
            <ac:spMk id="8" creationId="{AE892289-BAD5-D10F-32B4-2C79081388C7}"/>
          </ac:spMkLst>
        </pc:spChg>
        <pc:spChg chg="add">
          <ac:chgData name="ANAS BELHACHMI" userId="6494f61e-335a-4157-b7c8-f1ece193bc92" providerId="ADAL" clId="{E7CA2F1D-2815-4E91-B8BA-639765E4289A}" dt="2025-03-20T15:30:51.258" v="1589"/>
          <ac:spMkLst>
            <pc:docMk/>
            <pc:sldMk cId="3123353021" sldId="2146849383"/>
            <ac:spMk id="9" creationId="{6174A2B1-2E76-51CF-A97C-464BF782D6A8}"/>
          </ac:spMkLst>
        </pc:spChg>
        <pc:spChg chg="add">
          <ac:chgData name="ANAS BELHACHMI" userId="6494f61e-335a-4157-b7c8-f1ece193bc92" providerId="ADAL" clId="{E7CA2F1D-2815-4E91-B8BA-639765E4289A}" dt="2025-03-20T15:30:51.258" v="1589"/>
          <ac:spMkLst>
            <pc:docMk/>
            <pc:sldMk cId="3123353021" sldId="2146849383"/>
            <ac:spMk id="10" creationId="{AD74C7B8-CE07-F455-4EBF-8C8712917946}"/>
          </ac:spMkLst>
        </pc:spChg>
        <pc:spChg chg="add">
          <ac:chgData name="ANAS BELHACHMI" userId="6494f61e-335a-4157-b7c8-f1ece193bc92" providerId="ADAL" clId="{E7CA2F1D-2815-4E91-B8BA-639765E4289A}" dt="2025-03-20T15:30:51.258" v="1589"/>
          <ac:spMkLst>
            <pc:docMk/>
            <pc:sldMk cId="3123353021" sldId="2146849383"/>
            <ac:spMk id="11" creationId="{5B38EEE8-3D76-1520-3537-A20240AD3B16}"/>
          </ac:spMkLst>
        </pc:spChg>
        <pc:spChg chg="add">
          <ac:chgData name="ANAS BELHACHMI" userId="6494f61e-335a-4157-b7c8-f1ece193bc92" providerId="ADAL" clId="{E7CA2F1D-2815-4E91-B8BA-639765E4289A}" dt="2025-03-20T15:30:51.258" v="1589"/>
          <ac:spMkLst>
            <pc:docMk/>
            <pc:sldMk cId="3123353021" sldId="2146849383"/>
            <ac:spMk id="12" creationId="{92F29702-AD7C-F774-F2B5-7A2047F099C7}"/>
          </ac:spMkLst>
        </pc:spChg>
        <pc:spChg chg="add">
          <ac:chgData name="ANAS BELHACHMI" userId="6494f61e-335a-4157-b7c8-f1ece193bc92" providerId="ADAL" clId="{E7CA2F1D-2815-4E91-B8BA-639765E4289A}" dt="2025-03-20T15:30:51.258" v="1589"/>
          <ac:spMkLst>
            <pc:docMk/>
            <pc:sldMk cId="3123353021" sldId="2146849383"/>
            <ac:spMk id="13" creationId="{ADA57F5A-D915-E6CD-7D04-7881FE088F00}"/>
          </ac:spMkLst>
        </pc:spChg>
        <pc:spChg chg="add del mod">
          <ac:chgData name="ANAS BELHACHMI" userId="6494f61e-335a-4157-b7c8-f1ece193bc92" providerId="ADAL" clId="{E7CA2F1D-2815-4E91-B8BA-639765E4289A}" dt="2025-03-20T15:31:59.538" v="1604"/>
          <ac:spMkLst>
            <pc:docMk/>
            <pc:sldMk cId="3123353021" sldId="2146849383"/>
            <ac:spMk id="14" creationId="{9009FB80-B1C5-0A92-DC24-8EC6D900C187}"/>
          </ac:spMkLst>
        </pc:spChg>
        <pc:spChg chg="add del">
          <ac:chgData name="ANAS BELHACHMI" userId="6494f61e-335a-4157-b7c8-f1ece193bc92" providerId="ADAL" clId="{E7CA2F1D-2815-4E91-B8BA-639765E4289A}" dt="2025-03-20T15:31:09.863" v="1595" actId="478"/>
          <ac:spMkLst>
            <pc:docMk/>
            <pc:sldMk cId="3123353021" sldId="2146849383"/>
            <ac:spMk id="15" creationId="{8C680D32-5AB1-070E-362A-D9486FBCB528}"/>
          </ac:spMkLst>
        </pc:spChg>
        <pc:spChg chg="add del">
          <ac:chgData name="ANAS BELHACHMI" userId="6494f61e-335a-4157-b7c8-f1ece193bc92" providerId="ADAL" clId="{E7CA2F1D-2815-4E91-B8BA-639765E4289A}" dt="2025-03-20T15:31:09.863" v="1595" actId="478"/>
          <ac:spMkLst>
            <pc:docMk/>
            <pc:sldMk cId="3123353021" sldId="2146849383"/>
            <ac:spMk id="16" creationId="{B1198A11-8123-77AF-4DE6-BC7CFA3E0B15}"/>
          </ac:spMkLst>
        </pc:spChg>
        <pc:spChg chg="add del">
          <ac:chgData name="ANAS BELHACHMI" userId="6494f61e-335a-4157-b7c8-f1ece193bc92" providerId="ADAL" clId="{E7CA2F1D-2815-4E91-B8BA-639765E4289A}" dt="2025-03-20T15:31:09.863" v="1595" actId="478"/>
          <ac:spMkLst>
            <pc:docMk/>
            <pc:sldMk cId="3123353021" sldId="2146849383"/>
            <ac:spMk id="17" creationId="{61EA3288-7F1A-E89B-C0D8-56713EC69791}"/>
          </ac:spMkLst>
        </pc:spChg>
        <pc:spChg chg="add del mod">
          <ac:chgData name="ANAS BELHACHMI" userId="6494f61e-335a-4157-b7c8-f1ece193bc92" providerId="ADAL" clId="{E7CA2F1D-2815-4E91-B8BA-639765E4289A}" dt="2025-03-20T15:31:24.382" v="1600" actId="1076"/>
          <ac:spMkLst>
            <pc:docMk/>
            <pc:sldMk cId="3123353021" sldId="2146849383"/>
            <ac:spMk id="18" creationId="{9F2C3D7D-C6E9-7AB5-6ADB-10340B41E18C}"/>
          </ac:spMkLst>
        </pc:spChg>
        <pc:spChg chg="add mod">
          <ac:chgData name="ANAS BELHACHMI" userId="6494f61e-335a-4157-b7c8-f1ece193bc92" providerId="ADAL" clId="{E7CA2F1D-2815-4E91-B8BA-639765E4289A}" dt="2025-03-20T15:31:07.783" v="1594" actId="478"/>
          <ac:spMkLst>
            <pc:docMk/>
            <pc:sldMk cId="3123353021" sldId="2146849383"/>
            <ac:spMk id="19" creationId="{04D1B59E-5DFB-9385-9521-E814D0B8DB7D}"/>
          </ac:spMkLst>
        </pc:spChg>
        <pc:spChg chg="add del mod">
          <ac:chgData name="ANAS BELHACHMI" userId="6494f61e-335a-4157-b7c8-f1ece193bc92" providerId="ADAL" clId="{E7CA2F1D-2815-4E91-B8BA-639765E4289A}" dt="2025-03-20T15:31:20.179" v="1599" actId="478"/>
          <ac:spMkLst>
            <pc:docMk/>
            <pc:sldMk cId="3123353021" sldId="2146849383"/>
            <ac:spMk id="21" creationId="{81E4209C-0422-9152-AFC9-FB593C7ABEEF}"/>
          </ac:spMkLst>
        </pc:spChg>
      </pc:sldChg>
      <pc:sldChg chg="addSp delSp modSp add mod modTransition">
        <pc:chgData name="ANAS BELHACHMI" userId="6494f61e-335a-4157-b7c8-f1ece193bc92" providerId="ADAL" clId="{E7CA2F1D-2815-4E91-B8BA-639765E4289A}" dt="2025-03-21T10:38:03.466" v="3384" actId="790"/>
        <pc:sldMkLst>
          <pc:docMk/>
          <pc:sldMk cId="2002645554" sldId="2146849384"/>
        </pc:sldMkLst>
        <pc:spChg chg="del">
          <ac:chgData name="ANAS BELHACHMI" userId="6494f61e-335a-4157-b7c8-f1ece193bc92" providerId="ADAL" clId="{E7CA2F1D-2815-4E91-B8BA-639765E4289A}" dt="2025-03-20T14:51:09.126" v="1526" actId="478"/>
          <ac:spMkLst>
            <pc:docMk/>
            <pc:sldMk cId="2002645554" sldId="2146849384"/>
            <ac:spMk id="2" creationId="{90711C0B-5FF8-4DB3-99D3-5AFB9BC49792}"/>
          </ac:spMkLst>
        </pc:spChg>
        <pc:spChg chg="mod">
          <ac:chgData name="ANAS BELHACHMI" userId="6494f61e-335a-4157-b7c8-f1ece193bc92" providerId="ADAL" clId="{E7CA2F1D-2815-4E91-B8BA-639765E4289A}" dt="2025-03-20T22:25:01.255" v="2428" actId="1036"/>
          <ac:spMkLst>
            <pc:docMk/>
            <pc:sldMk cId="2002645554" sldId="2146849384"/>
            <ac:spMk id="3" creationId="{8DA5C69F-C209-4F6B-AA50-7022217FCC06}"/>
          </ac:spMkLst>
        </pc:spChg>
        <pc:spChg chg="add del mod">
          <ac:chgData name="ANAS BELHACHMI" userId="6494f61e-335a-4157-b7c8-f1ece193bc92" providerId="ADAL" clId="{E7CA2F1D-2815-4E91-B8BA-639765E4289A}" dt="2025-03-20T14:51:13.308" v="1527" actId="478"/>
          <ac:spMkLst>
            <pc:docMk/>
            <pc:sldMk cId="2002645554" sldId="2146849384"/>
            <ac:spMk id="5" creationId="{5B854BF7-4E68-B392-DEA8-D13FFE0FF9C9}"/>
          </ac:spMkLst>
        </pc:spChg>
        <pc:spChg chg="add mod">
          <ac:chgData name="ANAS BELHACHMI" userId="6494f61e-335a-4157-b7c8-f1ece193bc92" providerId="ADAL" clId="{E7CA2F1D-2815-4E91-B8BA-639765E4289A}" dt="2025-03-20T14:51:14.135" v="1528"/>
          <ac:spMkLst>
            <pc:docMk/>
            <pc:sldMk cId="2002645554" sldId="2146849384"/>
            <ac:spMk id="8" creationId="{8B22662A-6A10-3E71-13B6-CAC76DFDE017}"/>
          </ac:spMkLst>
        </pc:spChg>
        <pc:spChg chg="add mod">
          <ac:chgData name="ANAS BELHACHMI" userId="6494f61e-335a-4157-b7c8-f1ece193bc92" providerId="ADAL" clId="{E7CA2F1D-2815-4E91-B8BA-639765E4289A}" dt="2025-03-21T10:38:03.466" v="3384" actId="790"/>
          <ac:spMkLst>
            <pc:docMk/>
            <pc:sldMk cId="2002645554" sldId="2146849384"/>
            <ac:spMk id="9" creationId="{C6768DB3-8FA1-7A97-DCB5-87C1787AB8FC}"/>
          </ac:spMkLst>
        </pc:spChg>
        <pc:spChg chg="add mod">
          <ac:chgData name="ANAS BELHACHMI" userId="6494f61e-335a-4157-b7c8-f1ece193bc92" providerId="ADAL" clId="{E7CA2F1D-2815-4E91-B8BA-639765E4289A}" dt="2025-03-21T05:33:40.732" v="2957" actId="1076"/>
          <ac:spMkLst>
            <pc:docMk/>
            <pc:sldMk cId="2002645554" sldId="2146849384"/>
            <ac:spMk id="10" creationId="{B7D8F4AF-205F-A6C4-CC37-3EC95FDF3E68}"/>
          </ac:spMkLst>
        </pc:spChg>
        <pc:spChg chg="add mod">
          <ac:chgData name="ANAS BELHACHMI" userId="6494f61e-335a-4157-b7c8-f1ece193bc92" providerId="ADAL" clId="{E7CA2F1D-2815-4E91-B8BA-639765E4289A}" dt="2025-03-21T05:33:13.993" v="2931" actId="1076"/>
          <ac:spMkLst>
            <pc:docMk/>
            <pc:sldMk cId="2002645554" sldId="2146849384"/>
            <ac:spMk id="11" creationId="{1F903E73-AC37-1983-1A8F-6A4FBE16C24D}"/>
          </ac:spMkLst>
        </pc:spChg>
        <pc:spChg chg="add mod">
          <ac:chgData name="ANAS BELHACHMI" userId="6494f61e-335a-4157-b7c8-f1ece193bc92" providerId="ADAL" clId="{E7CA2F1D-2815-4E91-B8BA-639765E4289A}" dt="2025-03-20T14:52:37.121" v="1533" actId="1076"/>
          <ac:spMkLst>
            <pc:docMk/>
            <pc:sldMk cId="2002645554" sldId="2146849384"/>
            <ac:spMk id="18" creationId="{1070289D-6C9A-0E9E-D989-F36A0D725D9F}"/>
          </ac:spMkLst>
        </pc:spChg>
        <pc:picChg chg="add mod">
          <ac:chgData name="ANAS BELHACHMI" userId="6494f61e-335a-4157-b7c8-f1ece193bc92" providerId="ADAL" clId="{E7CA2F1D-2815-4E91-B8BA-639765E4289A}" dt="2025-03-21T05:33:33.020" v="2956" actId="1038"/>
          <ac:picMkLst>
            <pc:docMk/>
            <pc:sldMk cId="2002645554" sldId="2146849384"/>
            <ac:picMk id="6" creationId="{F4393799-4E02-63D7-2721-519D5FE05309}"/>
          </ac:picMkLst>
        </pc:picChg>
        <pc:picChg chg="add mod">
          <ac:chgData name="ANAS BELHACHMI" userId="6494f61e-335a-4157-b7c8-f1ece193bc92" providerId="ADAL" clId="{E7CA2F1D-2815-4E91-B8BA-639765E4289A}" dt="2025-03-21T05:33:33.020" v="2956" actId="1038"/>
          <ac:picMkLst>
            <pc:docMk/>
            <pc:sldMk cId="2002645554" sldId="2146849384"/>
            <ac:picMk id="7" creationId="{3155F9DA-E39C-3653-C291-A6519713B9F2}"/>
          </ac:picMkLst>
        </pc:picChg>
        <pc:picChg chg="add mod">
          <ac:chgData name="ANAS BELHACHMI" userId="6494f61e-335a-4157-b7c8-f1ece193bc92" providerId="ADAL" clId="{E7CA2F1D-2815-4E91-B8BA-639765E4289A}" dt="2025-03-21T05:33:33.020" v="2956" actId="1038"/>
          <ac:picMkLst>
            <pc:docMk/>
            <pc:sldMk cId="2002645554" sldId="2146849384"/>
            <ac:picMk id="12" creationId="{577A0E94-259F-A803-A9DC-0BC94023C5DC}"/>
          </ac:picMkLst>
        </pc:picChg>
        <pc:picChg chg="add mod">
          <ac:chgData name="ANAS BELHACHMI" userId="6494f61e-335a-4157-b7c8-f1ece193bc92" providerId="ADAL" clId="{E7CA2F1D-2815-4E91-B8BA-639765E4289A}" dt="2025-03-21T05:33:33.020" v="2956" actId="1038"/>
          <ac:picMkLst>
            <pc:docMk/>
            <pc:sldMk cId="2002645554" sldId="2146849384"/>
            <ac:picMk id="13" creationId="{1EF9FFC2-674E-8AFD-8BBF-CB30DA65A117}"/>
          </ac:picMkLst>
        </pc:picChg>
        <pc:picChg chg="add mod">
          <ac:chgData name="ANAS BELHACHMI" userId="6494f61e-335a-4157-b7c8-f1ece193bc92" providerId="ADAL" clId="{E7CA2F1D-2815-4E91-B8BA-639765E4289A}" dt="2025-03-21T05:33:33.020" v="2956" actId="1038"/>
          <ac:picMkLst>
            <pc:docMk/>
            <pc:sldMk cId="2002645554" sldId="2146849384"/>
            <ac:picMk id="14" creationId="{CF6380E8-BFB4-004F-D43E-0B278E019186}"/>
          </ac:picMkLst>
        </pc:picChg>
        <pc:picChg chg="add mod">
          <ac:chgData name="ANAS BELHACHMI" userId="6494f61e-335a-4157-b7c8-f1ece193bc92" providerId="ADAL" clId="{E7CA2F1D-2815-4E91-B8BA-639765E4289A}" dt="2025-03-21T05:33:33.020" v="2956" actId="1038"/>
          <ac:picMkLst>
            <pc:docMk/>
            <pc:sldMk cId="2002645554" sldId="2146849384"/>
            <ac:picMk id="15" creationId="{034AE401-BA40-AF9B-CBB0-90B36A9CA3AE}"/>
          </ac:picMkLst>
        </pc:picChg>
        <pc:picChg chg="add mod">
          <ac:chgData name="ANAS BELHACHMI" userId="6494f61e-335a-4157-b7c8-f1ece193bc92" providerId="ADAL" clId="{E7CA2F1D-2815-4E91-B8BA-639765E4289A}" dt="2025-03-21T05:33:21.004" v="2932" actId="14100"/>
          <ac:picMkLst>
            <pc:docMk/>
            <pc:sldMk cId="2002645554" sldId="2146849384"/>
            <ac:picMk id="16" creationId="{9B8D87AC-9E8C-AF81-B035-A69EEEB441C3}"/>
          </ac:picMkLst>
        </pc:picChg>
      </pc:sldChg>
      <pc:sldChg chg="addSp delSp modSp new del mod modClrScheme chgLayout">
        <pc:chgData name="ANAS BELHACHMI" userId="6494f61e-335a-4157-b7c8-f1ece193bc92" providerId="ADAL" clId="{E7CA2F1D-2815-4E91-B8BA-639765E4289A}" dt="2025-03-20T18:39:41.455" v="2151" actId="47"/>
        <pc:sldMkLst>
          <pc:docMk/>
          <pc:sldMk cId="2813786714" sldId="2146849385"/>
        </pc:sldMkLst>
        <pc:spChg chg="add del mod">
          <ac:chgData name="ANAS BELHACHMI" userId="6494f61e-335a-4157-b7c8-f1ece193bc92" providerId="ADAL" clId="{E7CA2F1D-2815-4E91-B8BA-639765E4289A}" dt="2025-03-20T18:37:57.248" v="2140" actId="26606"/>
          <ac:spMkLst>
            <pc:docMk/>
            <pc:sldMk cId="2813786714" sldId="2146849385"/>
            <ac:spMk id="2" creationId="{62DA610E-5BEC-BC32-4F74-D998CA57303C}"/>
          </ac:spMkLst>
        </pc:spChg>
        <pc:spChg chg="add del">
          <ac:chgData name="ANAS BELHACHMI" userId="6494f61e-335a-4157-b7c8-f1ece193bc92" providerId="ADAL" clId="{E7CA2F1D-2815-4E91-B8BA-639765E4289A}" dt="2025-03-20T18:37:57.248" v="2140" actId="26606"/>
          <ac:spMkLst>
            <pc:docMk/>
            <pc:sldMk cId="2813786714" sldId="2146849385"/>
            <ac:spMk id="3" creationId="{D572D806-D795-88EB-853D-177B55F600EF}"/>
          </ac:spMkLst>
        </pc:spChg>
        <pc:spChg chg="del">
          <ac:chgData name="ANAS BELHACHMI" userId="6494f61e-335a-4157-b7c8-f1ece193bc92" providerId="ADAL" clId="{E7CA2F1D-2815-4E91-B8BA-639765E4289A}" dt="2025-03-20T15:32:05.723" v="1607" actId="478"/>
          <ac:spMkLst>
            <pc:docMk/>
            <pc:sldMk cId="2813786714" sldId="2146849385"/>
            <ac:spMk id="4" creationId="{43A9E9B9-6214-493F-E0A6-54A20F477762}"/>
          </ac:spMkLst>
        </pc:spChg>
        <pc:spChg chg="add del mod">
          <ac:chgData name="ANAS BELHACHMI" userId="6494f61e-335a-4157-b7c8-f1ece193bc92" providerId="ADAL" clId="{E7CA2F1D-2815-4E91-B8BA-639765E4289A}" dt="2025-03-20T18:37:04.493" v="2133" actId="26606"/>
          <ac:spMkLst>
            <pc:docMk/>
            <pc:sldMk cId="2813786714" sldId="2146849385"/>
            <ac:spMk id="6" creationId="{57919A5C-ED63-DCD9-EB2E-437240547EE3}"/>
          </ac:spMkLst>
        </pc:spChg>
        <pc:spChg chg="add del mod">
          <ac:chgData name="ANAS BELHACHMI" userId="6494f61e-335a-4157-b7c8-f1ece193bc92" providerId="ADAL" clId="{E7CA2F1D-2815-4E91-B8BA-639765E4289A}" dt="2025-03-20T18:37:57.236" v="2139" actId="26606"/>
          <ac:spMkLst>
            <pc:docMk/>
            <pc:sldMk cId="2813786714" sldId="2146849385"/>
            <ac:spMk id="8" creationId="{9E93D790-9557-FB01-D33A-525625971907}"/>
          </ac:spMkLst>
        </pc:spChg>
        <pc:spChg chg="add del mod">
          <ac:chgData name="ANAS BELHACHMI" userId="6494f61e-335a-4157-b7c8-f1ece193bc92" providerId="ADAL" clId="{E7CA2F1D-2815-4E91-B8BA-639765E4289A}" dt="2025-03-20T18:36:16.132" v="2122" actId="26606"/>
          <ac:spMkLst>
            <pc:docMk/>
            <pc:sldMk cId="2813786714" sldId="2146849385"/>
            <ac:spMk id="9" creationId="{39A4DA3F-20A4-31C0-6457-57A9C308C46D}"/>
          </ac:spMkLst>
        </pc:spChg>
        <pc:spChg chg="add del mod">
          <ac:chgData name="ANAS BELHACHMI" userId="6494f61e-335a-4157-b7c8-f1ece193bc92" providerId="ADAL" clId="{E7CA2F1D-2815-4E91-B8BA-639765E4289A}" dt="2025-03-20T18:37:57.236" v="2139" actId="26606"/>
          <ac:spMkLst>
            <pc:docMk/>
            <pc:sldMk cId="2813786714" sldId="2146849385"/>
            <ac:spMk id="10" creationId="{A6129809-353F-BED7-262A-7F99376BC135}"/>
          </ac:spMkLst>
        </pc:spChg>
        <pc:spChg chg="add del mod">
          <ac:chgData name="ANAS BELHACHMI" userId="6494f61e-335a-4157-b7c8-f1ece193bc92" providerId="ADAL" clId="{E7CA2F1D-2815-4E91-B8BA-639765E4289A}" dt="2025-03-20T18:37:04.493" v="2133" actId="26606"/>
          <ac:spMkLst>
            <pc:docMk/>
            <pc:sldMk cId="2813786714" sldId="2146849385"/>
            <ac:spMk id="11" creationId="{DEFB70EC-9EDF-1069-8007-392660DC46BC}"/>
          </ac:spMkLst>
        </pc:spChg>
        <pc:spChg chg="add del mod">
          <ac:chgData name="ANAS BELHACHMI" userId="6494f61e-335a-4157-b7c8-f1ece193bc92" providerId="ADAL" clId="{E7CA2F1D-2815-4E91-B8BA-639765E4289A}" dt="2025-03-20T18:38:52.493" v="2146" actId="26606"/>
          <ac:spMkLst>
            <pc:docMk/>
            <pc:sldMk cId="2813786714" sldId="2146849385"/>
            <ac:spMk id="14" creationId="{F451D5B7-41DB-523F-914F-106A2C934C56}"/>
          </ac:spMkLst>
        </pc:spChg>
        <pc:spChg chg="add del">
          <ac:chgData name="ANAS BELHACHMI" userId="6494f61e-335a-4157-b7c8-f1ece193bc92" providerId="ADAL" clId="{E7CA2F1D-2815-4E91-B8BA-639765E4289A}" dt="2025-03-20T18:38:52.493" v="2146" actId="26606"/>
          <ac:spMkLst>
            <pc:docMk/>
            <pc:sldMk cId="2813786714" sldId="2146849385"/>
            <ac:spMk id="20" creationId="{14181B1B-88B8-037A-A440-CE2EE7FC7CE9}"/>
          </ac:spMkLst>
        </pc:spChg>
        <pc:graphicFrameChg chg="add del">
          <ac:chgData name="ANAS BELHACHMI" userId="6494f61e-335a-4157-b7c8-f1ece193bc92" providerId="ADAL" clId="{E7CA2F1D-2815-4E91-B8BA-639765E4289A}" dt="2025-03-20T18:36:16.132" v="2122" actId="26606"/>
          <ac:graphicFrameMkLst>
            <pc:docMk/>
            <pc:sldMk cId="2813786714" sldId="2146849385"/>
            <ac:graphicFrameMk id="5" creationId="{091FBD4E-5C94-5B13-3576-CA6C1187D367}"/>
          </ac:graphicFrameMkLst>
        </pc:graphicFrameChg>
        <pc:graphicFrameChg chg="add del">
          <ac:chgData name="ANAS BELHACHMI" userId="6494f61e-335a-4157-b7c8-f1ece193bc92" providerId="ADAL" clId="{E7CA2F1D-2815-4E91-B8BA-639765E4289A}" dt="2025-03-20T18:37:04.493" v="2133" actId="26606"/>
          <ac:graphicFrameMkLst>
            <pc:docMk/>
            <pc:sldMk cId="2813786714" sldId="2146849385"/>
            <ac:graphicFrameMk id="7" creationId="{7431F950-4A0E-62A8-CBE0-52BAB539FEF3}"/>
          </ac:graphicFrameMkLst>
        </pc:graphicFrameChg>
        <pc:graphicFrameChg chg="add del">
          <ac:chgData name="ANAS BELHACHMI" userId="6494f61e-335a-4157-b7c8-f1ece193bc92" providerId="ADAL" clId="{E7CA2F1D-2815-4E91-B8BA-639765E4289A}" dt="2025-03-20T18:37:57.236" v="2139" actId="26606"/>
          <ac:graphicFrameMkLst>
            <pc:docMk/>
            <pc:sldMk cId="2813786714" sldId="2146849385"/>
            <ac:graphicFrameMk id="12" creationId="{8481C155-8FD6-57B0-15FC-1EFB3C7EFD10}"/>
          </ac:graphicFrameMkLst>
        </pc:graphicFrameChg>
        <pc:graphicFrameChg chg="add mod modGraphic">
          <ac:chgData name="ANAS BELHACHMI" userId="6494f61e-335a-4157-b7c8-f1ece193bc92" providerId="ADAL" clId="{E7CA2F1D-2815-4E91-B8BA-639765E4289A}" dt="2025-03-20T18:38:58.751" v="2148" actId="1076"/>
          <ac:graphicFrameMkLst>
            <pc:docMk/>
            <pc:sldMk cId="2813786714" sldId="2146849385"/>
            <ac:graphicFrameMk id="15" creationId="{CD1EC8ED-CF7D-E0A8-AFF9-7690A0DBC74B}"/>
          </ac:graphicFrameMkLst>
        </pc:graphicFrameChg>
      </pc:sldChg>
      <pc:sldChg chg="delSp modSp new mod modTransition modShow">
        <pc:chgData name="ANAS BELHACHMI" userId="6494f61e-335a-4157-b7c8-f1ece193bc92" providerId="ADAL" clId="{E7CA2F1D-2815-4E91-B8BA-639765E4289A}" dt="2025-03-21T05:59:55.347" v="3169" actId="729"/>
        <pc:sldMkLst>
          <pc:docMk/>
          <pc:sldMk cId="416274096" sldId="2146849386"/>
        </pc:sldMkLst>
        <pc:spChg chg="mod">
          <ac:chgData name="ANAS BELHACHMI" userId="6494f61e-335a-4157-b7c8-f1ece193bc92" providerId="ADAL" clId="{E7CA2F1D-2815-4E91-B8BA-639765E4289A}" dt="2025-03-20T15:54:17.337" v="1667" actId="122"/>
          <ac:spMkLst>
            <pc:docMk/>
            <pc:sldMk cId="416274096" sldId="2146849386"/>
            <ac:spMk id="2" creationId="{9AC7370E-9EE6-E17F-63C3-F95D080C4C25}"/>
          </ac:spMkLst>
        </pc:spChg>
        <pc:spChg chg="del mod">
          <ac:chgData name="ANAS BELHACHMI" userId="6494f61e-335a-4157-b7c8-f1ece193bc92" providerId="ADAL" clId="{E7CA2F1D-2815-4E91-B8BA-639765E4289A}" dt="2025-03-20T15:53:55.515" v="1647" actId="478"/>
          <ac:spMkLst>
            <pc:docMk/>
            <pc:sldMk cId="416274096" sldId="2146849386"/>
            <ac:spMk id="3" creationId="{AC09726E-AAF2-4715-B419-D53319D47EFA}"/>
          </ac:spMkLst>
        </pc:spChg>
      </pc:sldChg>
      <pc:sldChg chg="addSp delSp modSp add del mod modAnim">
        <pc:chgData name="ANAS BELHACHMI" userId="6494f61e-335a-4157-b7c8-f1ece193bc92" providerId="ADAL" clId="{E7CA2F1D-2815-4E91-B8BA-639765E4289A}" dt="2025-03-20T22:13:06.032" v="2269" actId="47"/>
        <pc:sldMkLst>
          <pc:docMk/>
          <pc:sldMk cId="2859076003" sldId="2146849387"/>
        </pc:sldMkLst>
        <pc:spChg chg="mod">
          <ac:chgData name="ANAS BELHACHMI" userId="6494f61e-335a-4157-b7c8-f1ece193bc92" providerId="ADAL" clId="{E7CA2F1D-2815-4E91-B8BA-639765E4289A}" dt="2025-03-20T18:07:52.150" v="1876"/>
          <ac:spMkLst>
            <pc:docMk/>
            <pc:sldMk cId="2859076003" sldId="2146849387"/>
            <ac:spMk id="3" creationId="{00000000-0000-0000-0000-000000000000}"/>
          </ac:spMkLst>
        </pc:spChg>
        <pc:spChg chg="del">
          <ac:chgData name="ANAS BELHACHMI" userId="6494f61e-335a-4157-b7c8-f1ece193bc92" providerId="ADAL" clId="{E7CA2F1D-2815-4E91-B8BA-639765E4289A}" dt="2025-03-20T18:05:17.761" v="1853" actId="478"/>
          <ac:spMkLst>
            <pc:docMk/>
            <pc:sldMk cId="2859076003" sldId="2146849387"/>
            <ac:spMk id="4" creationId="{F84BDC98-9653-44E2-80AF-5F234272A56F}"/>
          </ac:spMkLst>
        </pc:spChg>
        <pc:spChg chg="add del mod">
          <ac:chgData name="ANAS BELHACHMI" userId="6494f61e-335a-4157-b7c8-f1ece193bc92" providerId="ADAL" clId="{E7CA2F1D-2815-4E91-B8BA-639765E4289A}" dt="2025-03-20T18:05:20.395" v="1854" actId="478"/>
          <ac:spMkLst>
            <pc:docMk/>
            <pc:sldMk cId="2859076003" sldId="2146849387"/>
            <ac:spMk id="7" creationId="{169C9A80-3EA1-C72C-3A71-0D66E87EA638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8" creationId="{6ADB8C30-9B2F-0221-18E4-02580591EA30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9" creationId="{63129697-C600-7FCB-E5E1-D6EC393A6E41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0" creationId="{647A132D-A033-FE56-A878-AA8821F3D40F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1" creationId="{07A32B9A-7CFD-808C-10AE-5DD1790C4E16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2" creationId="{2E4758C2-3058-701F-0F7F-8EEA66334D9F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3" creationId="{F9606CAD-48DA-DF27-F049-D1CEB1D0EF9E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4" creationId="{EEDCF148-3A2B-A462-1683-0F0351F32349}"/>
          </ac:spMkLst>
        </pc:spChg>
        <pc:spChg chg="add del mod">
          <ac:chgData name="ANAS BELHACHMI" userId="6494f61e-335a-4157-b7c8-f1ece193bc92" providerId="ADAL" clId="{E7CA2F1D-2815-4E91-B8BA-639765E4289A}" dt="2025-03-20T18:07:59.491" v="1877" actId="478"/>
          <ac:spMkLst>
            <pc:docMk/>
            <pc:sldMk cId="2859076003" sldId="2146849387"/>
            <ac:spMk id="17" creationId="{D48F697F-A46D-3658-5E7B-C36FD3E1D443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8" creationId="{E2BFD9B6-8793-764B-6876-242202DE6166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19" creationId="{6E0E970A-775C-0978-D818-31D7D98CEFC3}"/>
          </ac:spMkLst>
        </pc:spChg>
        <pc:spChg chg="del">
          <ac:chgData name="ANAS BELHACHMI" userId="6494f61e-335a-4157-b7c8-f1ece193bc92" providerId="ADAL" clId="{E7CA2F1D-2815-4E91-B8BA-639765E4289A}" dt="2025-03-20T18:05:10.081" v="1850" actId="478"/>
          <ac:spMkLst>
            <pc:docMk/>
            <pc:sldMk cId="2859076003" sldId="2146849387"/>
            <ac:spMk id="20" creationId="{F7B67CD9-0201-4D72-8242-9760D502A9FB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1" creationId="{4C39B67B-5C62-5DCD-FEFC-1167D110BE4D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2" creationId="{959EB78A-EF30-88EE-45D4-E79C0182014E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3" creationId="{DE7169D6-9A0A-BCFC-7D62-EC41EAF49077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4" creationId="{415E3BC7-A574-704C-24D1-3F9B77068189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7" creationId="{46B11B08-4436-8A7C-F400-E7122C3FC86E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8" creationId="{FA2234AF-F567-0A24-0014-77B41A230B44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29" creationId="{3F400444-105D-69EF-C340-56C373B16500}"/>
          </ac:spMkLst>
        </pc:spChg>
        <pc:spChg chg="add mod">
          <ac:chgData name="ANAS BELHACHMI" userId="6494f61e-335a-4157-b7c8-f1ece193bc92" providerId="ADAL" clId="{E7CA2F1D-2815-4E91-B8BA-639765E4289A}" dt="2025-03-20T18:06:41.029" v="1875" actId="1076"/>
          <ac:spMkLst>
            <pc:docMk/>
            <pc:sldMk cId="2859076003" sldId="2146849387"/>
            <ac:spMk id="32" creationId="{442A24AA-1915-2CB0-90BF-252A6922052A}"/>
          </ac:spMkLst>
        </pc:spChg>
        <pc:spChg chg="add mod">
          <ac:chgData name="ANAS BELHACHMI" userId="6494f61e-335a-4157-b7c8-f1ece193bc92" providerId="ADAL" clId="{E7CA2F1D-2815-4E91-B8BA-639765E4289A}" dt="2025-03-20T18:08:27.597" v="1884" actId="1076"/>
          <ac:spMkLst>
            <pc:docMk/>
            <pc:sldMk cId="2859076003" sldId="2146849387"/>
            <ac:spMk id="34" creationId="{ED1CA603-A30E-2177-C071-0688401298D6}"/>
          </ac:spMkLst>
        </pc:spChg>
        <pc:spChg chg="add mod">
          <ac:chgData name="ANAS BELHACHMI" userId="6494f61e-335a-4157-b7c8-f1ece193bc92" providerId="ADAL" clId="{E7CA2F1D-2815-4E91-B8BA-639765E4289A}" dt="2025-03-20T18:26:45.424" v="2105" actId="20577"/>
          <ac:spMkLst>
            <pc:docMk/>
            <pc:sldMk cId="2859076003" sldId="2146849387"/>
            <ac:spMk id="35" creationId="{48A21142-6AF3-470C-AB08-85C25E5D13AA}"/>
          </ac:spMkLst>
        </pc:spChg>
        <pc:spChg chg="add mod">
          <ac:chgData name="ANAS BELHACHMI" userId="6494f61e-335a-4157-b7c8-f1ece193bc92" providerId="ADAL" clId="{E7CA2F1D-2815-4E91-B8BA-639765E4289A}" dt="2025-03-20T18:27:09.400" v="2108" actId="1076"/>
          <ac:spMkLst>
            <pc:docMk/>
            <pc:sldMk cId="2859076003" sldId="2146849387"/>
            <ac:spMk id="36" creationId="{4E707121-C07B-DABF-9A02-37E9C3114AE3}"/>
          </ac:spMkLst>
        </pc:spChg>
        <pc:spChg chg="add mod">
          <ac:chgData name="ANAS BELHACHMI" userId="6494f61e-335a-4157-b7c8-f1ece193bc92" providerId="ADAL" clId="{E7CA2F1D-2815-4E91-B8BA-639765E4289A}" dt="2025-03-20T18:26:42.008" v="2102" actId="20577"/>
          <ac:spMkLst>
            <pc:docMk/>
            <pc:sldMk cId="2859076003" sldId="2146849387"/>
            <ac:spMk id="37" creationId="{D825FBEC-1698-DD52-5F1C-3BBF35129CBE}"/>
          </ac:spMkLst>
        </pc:spChg>
        <pc:graphicFrameChg chg="add mod">
          <ac:chgData name="ANAS BELHACHMI" userId="6494f61e-335a-4157-b7c8-f1ece193bc92" providerId="ADAL" clId="{E7CA2F1D-2815-4E91-B8BA-639765E4289A}" dt="2025-03-20T18:39:28.779" v="2150" actId="1076"/>
          <ac:graphicFrameMkLst>
            <pc:docMk/>
            <pc:sldMk cId="2859076003" sldId="2146849387"/>
            <ac:graphicFrameMk id="38" creationId="{3E2C828C-0B2F-5992-EC84-93914D57285D}"/>
          </ac:graphicFrameMkLst>
        </pc:graphicFrameChg>
        <pc:picChg chg="del">
          <ac:chgData name="ANAS BELHACHMI" userId="6494f61e-335a-4157-b7c8-f1ece193bc92" providerId="ADAL" clId="{E7CA2F1D-2815-4E91-B8BA-639765E4289A}" dt="2025-03-20T18:05:12.404" v="1851" actId="478"/>
          <ac:picMkLst>
            <pc:docMk/>
            <pc:sldMk cId="2859076003" sldId="2146849387"/>
            <ac:picMk id="2" creationId="{2442543E-A564-C838-7005-AB6950CD5B64}"/>
          </ac:picMkLst>
        </pc:picChg>
        <pc:picChg chg="del">
          <ac:chgData name="ANAS BELHACHMI" userId="6494f61e-335a-4157-b7c8-f1ece193bc92" providerId="ADAL" clId="{E7CA2F1D-2815-4E91-B8BA-639765E4289A}" dt="2025-03-20T18:05:14.513" v="1852" actId="478"/>
          <ac:picMkLst>
            <pc:docMk/>
            <pc:sldMk cId="2859076003" sldId="2146849387"/>
            <ac:picMk id="6" creationId="{90B99007-4D59-4C8C-BA13-23982FAAE690}"/>
          </ac:picMkLst>
        </pc:picChg>
        <pc:cxnChg chg="add mod">
          <ac:chgData name="ANAS BELHACHMI" userId="6494f61e-335a-4157-b7c8-f1ece193bc92" providerId="ADAL" clId="{E7CA2F1D-2815-4E91-B8BA-639765E4289A}" dt="2025-03-20T18:06:41.029" v="1875" actId="1076"/>
          <ac:cxnSpMkLst>
            <pc:docMk/>
            <pc:sldMk cId="2859076003" sldId="2146849387"/>
            <ac:cxnSpMk id="15" creationId="{708F11BD-384E-E4E9-188A-65184A1B1EEC}"/>
          </ac:cxnSpMkLst>
        </pc:cxnChg>
        <pc:cxnChg chg="add mod">
          <ac:chgData name="ANAS BELHACHMI" userId="6494f61e-335a-4157-b7c8-f1ece193bc92" providerId="ADAL" clId="{E7CA2F1D-2815-4E91-B8BA-639765E4289A}" dt="2025-03-20T18:06:41.029" v="1875" actId="1076"/>
          <ac:cxnSpMkLst>
            <pc:docMk/>
            <pc:sldMk cId="2859076003" sldId="2146849387"/>
            <ac:cxnSpMk id="16" creationId="{F5DDFA25-2A66-9BD1-6F2F-EA35B834C949}"/>
          </ac:cxnSpMkLst>
        </pc:cxnChg>
        <pc:cxnChg chg="add mod">
          <ac:chgData name="ANAS BELHACHMI" userId="6494f61e-335a-4157-b7c8-f1ece193bc92" providerId="ADAL" clId="{E7CA2F1D-2815-4E91-B8BA-639765E4289A}" dt="2025-03-20T18:06:41.029" v="1875" actId="1076"/>
          <ac:cxnSpMkLst>
            <pc:docMk/>
            <pc:sldMk cId="2859076003" sldId="2146849387"/>
            <ac:cxnSpMk id="25" creationId="{01CB6751-C52E-7C10-6D80-316805C3F74A}"/>
          </ac:cxnSpMkLst>
        </pc:cxnChg>
        <pc:cxnChg chg="add mod">
          <ac:chgData name="ANAS BELHACHMI" userId="6494f61e-335a-4157-b7c8-f1ece193bc92" providerId="ADAL" clId="{E7CA2F1D-2815-4E91-B8BA-639765E4289A}" dt="2025-03-20T18:06:41.029" v="1875" actId="1076"/>
          <ac:cxnSpMkLst>
            <pc:docMk/>
            <pc:sldMk cId="2859076003" sldId="2146849387"/>
            <ac:cxnSpMk id="26" creationId="{9402FB59-64B5-AB1A-41C5-0184447EF744}"/>
          </ac:cxnSpMkLst>
        </pc:cxnChg>
        <pc:cxnChg chg="add mod">
          <ac:chgData name="ANAS BELHACHMI" userId="6494f61e-335a-4157-b7c8-f1ece193bc92" providerId="ADAL" clId="{E7CA2F1D-2815-4E91-B8BA-639765E4289A}" dt="2025-03-20T18:06:41.029" v="1875" actId="1076"/>
          <ac:cxnSpMkLst>
            <pc:docMk/>
            <pc:sldMk cId="2859076003" sldId="2146849387"/>
            <ac:cxnSpMk id="30" creationId="{86877F28-6E89-2B8C-C1CC-DABBD95720AF}"/>
          </ac:cxnSpMkLst>
        </pc:cxnChg>
        <pc:cxnChg chg="add mod">
          <ac:chgData name="ANAS BELHACHMI" userId="6494f61e-335a-4157-b7c8-f1ece193bc92" providerId="ADAL" clId="{E7CA2F1D-2815-4E91-B8BA-639765E4289A}" dt="2025-03-20T18:06:41.029" v="1875" actId="1076"/>
          <ac:cxnSpMkLst>
            <pc:docMk/>
            <pc:sldMk cId="2859076003" sldId="2146849387"/>
            <ac:cxnSpMk id="31" creationId="{D7044BFE-A1F0-A649-E0D4-4EF1FD468B7F}"/>
          </ac:cxnSpMkLst>
        </pc:cxnChg>
      </pc:sldChg>
      <pc:sldChg chg="addSp delSp modSp add mod modTransition">
        <pc:chgData name="ANAS BELHACHMI" userId="6494f61e-335a-4157-b7c8-f1ece193bc92" providerId="ADAL" clId="{E7CA2F1D-2815-4E91-B8BA-639765E4289A}" dt="2025-03-21T05:32:30.875" v="2926"/>
        <pc:sldMkLst>
          <pc:docMk/>
          <pc:sldMk cId="3586452058" sldId="2146849388"/>
        </pc:sldMkLst>
        <pc:spChg chg="mod">
          <ac:chgData name="ANAS BELHACHMI" userId="6494f61e-335a-4157-b7c8-f1ece193bc92" providerId="ADAL" clId="{E7CA2F1D-2815-4E91-B8BA-639765E4289A}" dt="2025-03-20T22:21:17.191" v="2409" actId="404"/>
          <ac:spMkLst>
            <pc:docMk/>
            <pc:sldMk cId="3586452058" sldId="2146849388"/>
            <ac:spMk id="3" creationId="{00000000-0000-0000-0000-000000000000}"/>
          </ac:spMkLst>
        </pc:spChg>
        <pc:spChg chg="add mod">
          <ac:chgData name="ANAS BELHACHMI" userId="6494f61e-335a-4157-b7c8-f1ece193bc92" providerId="ADAL" clId="{E7CA2F1D-2815-4E91-B8BA-639765E4289A}" dt="2025-03-20T22:13:39.766" v="2275" actId="20577"/>
          <ac:spMkLst>
            <pc:docMk/>
            <pc:sldMk cId="3586452058" sldId="2146849388"/>
            <ac:spMk id="4" creationId="{50B4B67B-7991-93CA-6615-1D341A10C6AB}"/>
          </ac:spMkLst>
        </pc:spChg>
        <pc:spChg chg="add mod">
          <ac:chgData name="ANAS BELHACHMI" userId="6494f61e-335a-4157-b7c8-f1ece193bc92" providerId="ADAL" clId="{E7CA2F1D-2815-4E91-B8BA-639765E4289A}" dt="2025-03-20T22:09:04.970" v="2258" actId="1076"/>
          <ac:spMkLst>
            <pc:docMk/>
            <pc:sldMk cId="3586452058" sldId="2146849388"/>
            <ac:spMk id="6" creationId="{D3CE1DF4-6E61-8284-CDE1-C700D77F83B4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8" creationId="{6ADB8C30-9B2F-0221-18E4-02580591EA30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9" creationId="{63129697-C600-7FCB-E5E1-D6EC393A6E41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0" creationId="{647A132D-A033-FE56-A878-AA8821F3D40F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1" creationId="{07A32B9A-7CFD-808C-10AE-5DD1790C4E16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2" creationId="{2E4758C2-3058-701F-0F7F-8EEA66334D9F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3" creationId="{F9606CAD-48DA-DF27-F049-D1CEB1D0EF9E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4" creationId="{EEDCF148-3A2B-A462-1683-0F0351F32349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8" creationId="{E2BFD9B6-8793-764B-6876-242202DE6166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19" creationId="{6E0E970A-775C-0978-D818-31D7D98CEFC3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1" creationId="{4C39B67B-5C62-5DCD-FEFC-1167D110BE4D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2" creationId="{959EB78A-EF30-88EE-45D4-E79C0182014E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3" creationId="{DE7169D6-9A0A-BCFC-7D62-EC41EAF49077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4" creationId="{415E3BC7-A574-704C-24D1-3F9B77068189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7" creationId="{46B11B08-4436-8A7C-F400-E7122C3FC86E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8" creationId="{FA2234AF-F567-0A24-0014-77B41A230B44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29" creationId="{3F400444-105D-69EF-C340-56C373B16500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32" creationId="{442A24AA-1915-2CB0-90BF-252A6922052A}"/>
          </ac:spMkLst>
        </pc:spChg>
        <pc:spChg chg="add mod">
          <ac:chgData name="ANAS BELHACHMI" userId="6494f61e-335a-4157-b7c8-f1ece193bc92" providerId="ADAL" clId="{E7CA2F1D-2815-4E91-B8BA-639765E4289A}" dt="2025-03-20T22:09:09.350" v="2259" actId="1076"/>
          <ac:spMkLst>
            <pc:docMk/>
            <pc:sldMk cId="3586452058" sldId="2146849388"/>
            <ac:spMk id="33" creationId="{04B52D58-6304-460A-0B41-2A403BEBF55D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34" creationId="{ED1CA603-A30E-2177-C071-0688401298D6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35" creationId="{48A21142-6AF3-470C-AB08-85C25E5D13AA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36" creationId="{4E707121-C07B-DABF-9A02-37E9C3114AE3}"/>
          </ac:spMkLst>
        </pc:spChg>
        <pc:spChg chg="del">
          <ac:chgData name="ANAS BELHACHMI" userId="6494f61e-335a-4157-b7c8-f1ece193bc92" providerId="ADAL" clId="{E7CA2F1D-2815-4E91-B8BA-639765E4289A}" dt="2025-03-20T21:53:47.348" v="2155" actId="478"/>
          <ac:spMkLst>
            <pc:docMk/>
            <pc:sldMk cId="3586452058" sldId="2146849388"/>
            <ac:spMk id="37" creationId="{D825FBEC-1698-DD52-5F1C-3BBF35129CBE}"/>
          </ac:spMkLst>
        </pc:spChg>
        <pc:graphicFrameChg chg="del">
          <ac:chgData name="ANAS BELHACHMI" userId="6494f61e-335a-4157-b7c8-f1ece193bc92" providerId="ADAL" clId="{E7CA2F1D-2815-4E91-B8BA-639765E4289A}" dt="2025-03-20T21:53:47.348" v="2155" actId="478"/>
          <ac:graphicFrameMkLst>
            <pc:docMk/>
            <pc:sldMk cId="3586452058" sldId="2146849388"/>
            <ac:graphicFrameMk id="38" creationId="{3E2C828C-0B2F-5992-EC84-93914D57285D}"/>
          </ac:graphicFrameMkLst>
        </pc:graphicFrameChg>
        <pc:picChg chg="add del mod">
          <ac:chgData name="ANAS BELHACHMI" userId="6494f61e-335a-4157-b7c8-f1ece193bc92" providerId="ADAL" clId="{E7CA2F1D-2815-4E91-B8BA-639765E4289A}" dt="2025-03-20T22:06:16.413" v="2246" actId="478"/>
          <ac:picMkLst>
            <pc:docMk/>
            <pc:sldMk cId="3586452058" sldId="2146849388"/>
            <ac:picMk id="17" creationId="{575BC8BD-B92C-9709-6971-9F76EB334F08}"/>
          </ac:picMkLst>
        </pc:picChg>
        <pc:picChg chg="add del mod">
          <ac:chgData name="ANAS BELHACHMI" userId="6494f61e-335a-4157-b7c8-f1ece193bc92" providerId="ADAL" clId="{E7CA2F1D-2815-4E91-B8BA-639765E4289A}" dt="2025-03-20T22:07:21.291" v="2254" actId="478"/>
          <ac:picMkLst>
            <pc:docMk/>
            <pc:sldMk cId="3586452058" sldId="2146849388"/>
            <ac:picMk id="40" creationId="{A53A9E7C-451C-B19A-658F-546828D76DC6}"/>
          </ac:picMkLst>
        </pc:picChg>
        <pc:cxnChg chg="del">
          <ac:chgData name="ANAS BELHACHMI" userId="6494f61e-335a-4157-b7c8-f1ece193bc92" providerId="ADAL" clId="{E7CA2F1D-2815-4E91-B8BA-639765E4289A}" dt="2025-03-20T21:53:47.348" v="2155" actId="478"/>
          <ac:cxnSpMkLst>
            <pc:docMk/>
            <pc:sldMk cId="3586452058" sldId="2146849388"/>
            <ac:cxnSpMk id="15" creationId="{708F11BD-384E-E4E9-188A-65184A1B1EEC}"/>
          </ac:cxnSpMkLst>
        </pc:cxnChg>
        <pc:cxnChg chg="del mod">
          <ac:chgData name="ANAS BELHACHMI" userId="6494f61e-335a-4157-b7c8-f1ece193bc92" providerId="ADAL" clId="{E7CA2F1D-2815-4E91-B8BA-639765E4289A}" dt="2025-03-20T21:53:47.348" v="2155" actId="478"/>
          <ac:cxnSpMkLst>
            <pc:docMk/>
            <pc:sldMk cId="3586452058" sldId="2146849388"/>
            <ac:cxnSpMk id="16" creationId="{F5DDFA25-2A66-9BD1-6F2F-EA35B834C949}"/>
          </ac:cxnSpMkLst>
        </pc:cxnChg>
        <pc:cxnChg chg="del mod">
          <ac:chgData name="ANAS BELHACHMI" userId="6494f61e-335a-4157-b7c8-f1ece193bc92" providerId="ADAL" clId="{E7CA2F1D-2815-4E91-B8BA-639765E4289A}" dt="2025-03-20T21:53:47.348" v="2155" actId="478"/>
          <ac:cxnSpMkLst>
            <pc:docMk/>
            <pc:sldMk cId="3586452058" sldId="2146849388"/>
            <ac:cxnSpMk id="25" creationId="{01CB6751-C52E-7C10-6D80-316805C3F74A}"/>
          </ac:cxnSpMkLst>
        </pc:cxnChg>
        <pc:cxnChg chg="del">
          <ac:chgData name="ANAS BELHACHMI" userId="6494f61e-335a-4157-b7c8-f1ece193bc92" providerId="ADAL" clId="{E7CA2F1D-2815-4E91-B8BA-639765E4289A}" dt="2025-03-20T21:53:47.348" v="2155" actId="478"/>
          <ac:cxnSpMkLst>
            <pc:docMk/>
            <pc:sldMk cId="3586452058" sldId="2146849388"/>
            <ac:cxnSpMk id="26" creationId="{9402FB59-64B5-AB1A-41C5-0184447EF744}"/>
          </ac:cxnSpMkLst>
        </pc:cxnChg>
        <pc:cxnChg chg="del">
          <ac:chgData name="ANAS BELHACHMI" userId="6494f61e-335a-4157-b7c8-f1ece193bc92" providerId="ADAL" clId="{E7CA2F1D-2815-4E91-B8BA-639765E4289A}" dt="2025-03-20T21:53:47.348" v="2155" actId="478"/>
          <ac:cxnSpMkLst>
            <pc:docMk/>
            <pc:sldMk cId="3586452058" sldId="2146849388"/>
            <ac:cxnSpMk id="30" creationId="{86877F28-6E89-2B8C-C1CC-DABBD95720AF}"/>
          </ac:cxnSpMkLst>
        </pc:cxnChg>
        <pc:cxnChg chg="del">
          <ac:chgData name="ANAS BELHACHMI" userId="6494f61e-335a-4157-b7c8-f1ece193bc92" providerId="ADAL" clId="{E7CA2F1D-2815-4E91-B8BA-639765E4289A}" dt="2025-03-20T21:53:47.348" v="2155" actId="478"/>
          <ac:cxnSpMkLst>
            <pc:docMk/>
            <pc:sldMk cId="3586452058" sldId="2146849388"/>
            <ac:cxnSpMk id="31" creationId="{D7044BFE-A1F0-A649-E0D4-4EF1FD468B7F}"/>
          </ac:cxnSpMkLst>
        </pc:cxnChg>
      </pc:sldChg>
      <pc:sldChg chg="addSp modSp add mod modTransition">
        <pc:chgData name="ANAS BELHACHMI" userId="6494f61e-335a-4157-b7c8-f1ece193bc92" providerId="ADAL" clId="{E7CA2F1D-2815-4E91-B8BA-639765E4289A}" dt="2025-03-21T05:32:30.875" v="2926"/>
        <pc:sldMkLst>
          <pc:docMk/>
          <pc:sldMk cId="1536681081" sldId="2146849389"/>
        </pc:sldMkLst>
        <pc:spChg chg="add mod">
          <ac:chgData name="ANAS BELHACHMI" userId="6494f61e-335a-4157-b7c8-f1ece193bc92" providerId="ADAL" clId="{E7CA2F1D-2815-4E91-B8BA-639765E4289A}" dt="2025-03-21T05:31:51.914" v="2925" actId="20577"/>
          <ac:spMkLst>
            <pc:docMk/>
            <pc:sldMk cId="1536681081" sldId="2146849389"/>
            <ac:spMk id="2" creationId="{63D1B238-12DD-029D-7283-B192CE5F4891}"/>
          </ac:spMkLst>
        </pc:spChg>
      </pc:sldChg>
      <pc:sldChg chg="addSp delSp modSp add mod modClrScheme delAnim chgLayout">
        <pc:chgData name="ANAS BELHACHMI" userId="6494f61e-335a-4157-b7c8-f1ece193bc92" providerId="ADAL" clId="{E7CA2F1D-2815-4E91-B8BA-639765E4289A}" dt="2025-03-21T09:52:46.848" v="3298" actId="1440"/>
        <pc:sldMkLst>
          <pc:docMk/>
          <pc:sldMk cId="2720202628" sldId="2146849390"/>
        </pc:sldMkLst>
        <pc:spChg chg="mod ord">
          <ac:chgData name="ANAS BELHACHMI" userId="6494f61e-335a-4157-b7c8-f1ece193bc92" providerId="ADAL" clId="{E7CA2F1D-2815-4E91-B8BA-639765E4289A}" dt="2025-03-21T09:39:43.887" v="3212" actId="26606"/>
          <ac:spMkLst>
            <pc:docMk/>
            <pc:sldMk cId="2720202628" sldId="2146849390"/>
            <ac:spMk id="2" creationId="{4848DCB3-36D1-3D36-4883-81D5DC825E03}"/>
          </ac:spMkLst>
        </pc:spChg>
        <pc:spChg chg="mod">
          <ac:chgData name="ANAS BELHACHMI" userId="6494f61e-335a-4157-b7c8-f1ece193bc92" providerId="ADAL" clId="{E7CA2F1D-2815-4E91-B8BA-639765E4289A}" dt="2025-03-21T09:52:06.860" v="3294" actId="20577"/>
          <ac:spMkLst>
            <pc:docMk/>
            <pc:sldMk cId="2720202628" sldId="2146849390"/>
            <ac:spMk id="6" creationId="{00000000-0000-0000-0000-000000000000}"/>
          </ac:spMkLst>
        </pc:spChg>
        <pc:spChg chg="add del mod">
          <ac:chgData name="ANAS BELHACHMI" userId="6494f61e-335a-4157-b7c8-f1ece193bc92" providerId="ADAL" clId="{E7CA2F1D-2815-4E91-B8BA-639765E4289A}" dt="2025-03-21T09:51:26.956" v="3281" actId="478"/>
          <ac:spMkLst>
            <pc:docMk/>
            <pc:sldMk cId="2720202628" sldId="2146849390"/>
            <ac:spMk id="10" creationId="{F497A871-2024-BB61-CEAB-5C8389919FF4}"/>
          </ac:spMkLst>
        </pc:spChg>
        <pc:picChg chg="del">
          <ac:chgData name="ANAS BELHACHMI" userId="6494f61e-335a-4157-b7c8-f1ece193bc92" providerId="ADAL" clId="{E7CA2F1D-2815-4E91-B8BA-639765E4289A}" dt="2025-03-21T09:23:59.594" v="3193" actId="478"/>
          <ac:picMkLst>
            <pc:docMk/>
            <pc:sldMk cId="2720202628" sldId="2146849390"/>
            <ac:picMk id="4" creationId="{FDC22D73-0A80-4BC3-F08E-1A7B19C60501}"/>
          </ac:picMkLst>
        </pc:picChg>
        <pc:picChg chg="del">
          <ac:chgData name="ANAS BELHACHMI" userId="6494f61e-335a-4157-b7c8-f1ece193bc92" providerId="ADAL" clId="{E7CA2F1D-2815-4E91-B8BA-639765E4289A}" dt="2025-03-21T09:23:57.642" v="3192" actId="478"/>
          <ac:picMkLst>
            <pc:docMk/>
            <pc:sldMk cId="2720202628" sldId="2146849390"/>
            <ac:picMk id="5" creationId="{00000000-0000-0000-0000-000000000000}"/>
          </ac:picMkLst>
        </pc:picChg>
        <pc:picChg chg="add del mod">
          <ac:chgData name="ANAS BELHACHMI" userId="6494f61e-335a-4157-b7c8-f1ece193bc92" providerId="ADAL" clId="{E7CA2F1D-2815-4E91-B8BA-639765E4289A}" dt="2025-03-21T09:43:45.881" v="3221" actId="22"/>
          <ac:picMkLst>
            <pc:docMk/>
            <pc:sldMk cId="2720202628" sldId="2146849390"/>
            <ac:picMk id="7" creationId="{DF514D2D-2DFD-745E-E91E-223086E72FA6}"/>
          </ac:picMkLst>
        </pc:picChg>
        <pc:picChg chg="add mod modCrop">
          <ac:chgData name="ANAS BELHACHMI" userId="6494f61e-335a-4157-b7c8-f1ece193bc92" providerId="ADAL" clId="{E7CA2F1D-2815-4E91-B8BA-639765E4289A}" dt="2025-03-21T09:52:46.848" v="3298" actId="1440"/>
          <ac:picMkLst>
            <pc:docMk/>
            <pc:sldMk cId="2720202628" sldId="2146849390"/>
            <ac:picMk id="9" creationId="{2D1FA7A5-4A1F-3811-DF77-E8164D2A1C0D}"/>
          </ac:picMkLst>
        </pc:picChg>
      </pc:sldChg>
      <pc:sldChg chg="addSp delSp modSp new mod ord">
        <pc:chgData name="ANAS BELHACHMI" userId="6494f61e-335a-4157-b7c8-f1ece193bc92" providerId="ADAL" clId="{E7CA2F1D-2815-4E91-B8BA-639765E4289A}" dt="2025-03-21T09:56:01.880" v="3307" actId="20577"/>
        <pc:sldMkLst>
          <pc:docMk/>
          <pc:sldMk cId="2355081925" sldId="2146849391"/>
        </pc:sldMkLst>
        <pc:spChg chg="del">
          <ac:chgData name="ANAS BELHACHMI" userId="6494f61e-335a-4157-b7c8-f1ece193bc92" providerId="ADAL" clId="{E7CA2F1D-2815-4E91-B8BA-639765E4289A}" dt="2025-03-21T09:44:34.102" v="3227" actId="478"/>
          <ac:spMkLst>
            <pc:docMk/>
            <pc:sldMk cId="2355081925" sldId="2146849391"/>
            <ac:spMk id="3" creationId="{C9C0388A-F47B-E75E-9AAA-A031E42B2804}"/>
          </ac:spMkLst>
        </pc:spChg>
        <pc:spChg chg="mod">
          <ac:chgData name="ANAS BELHACHMI" userId="6494f61e-335a-4157-b7c8-f1ece193bc92" providerId="ADAL" clId="{E7CA2F1D-2815-4E91-B8BA-639765E4289A}" dt="2025-03-21T09:46:25.910" v="3240" actId="108"/>
          <ac:spMkLst>
            <pc:docMk/>
            <pc:sldMk cId="2355081925" sldId="2146849391"/>
            <ac:spMk id="4" creationId="{58AA3CAC-B91E-D25E-97C8-24A487F59F9B}"/>
          </ac:spMkLst>
        </pc:spChg>
        <pc:spChg chg="del">
          <ac:chgData name="ANAS BELHACHMI" userId="6494f61e-335a-4157-b7c8-f1ece193bc92" providerId="ADAL" clId="{E7CA2F1D-2815-4E91-B8BA-639765E4289A}" dt="2025-03-21T09:44:32.714" v="3226" actId="478"/>
          <ac:spMkLst>
            <pc:docMk/>
            <pc:sldMk cId="2355081925" sldId="2146849391"/>
            <ac:spMk id="5" creationId="{7AABFE16-F00B-12B4-B11E-9253476748C0}"/>
          </ac:spMkLst>
        </pc:spChg>
        <pc:spChg chg="add del mod">
          <ac:chgData name="ANAS BELHACHMI" userId="6494f61e-335a-4157-b7c8-f1ece193bc92" providerId="ADAL" clId="{E7CA2F1D-2815-4E91-B8BA-639765E4289A}" dt="2025-03-21T09:56:01.880" v="3307" actId="20577"/>
          <ac:spMkLst>
            <pc:docMk/>
            <pc:sldMk cId="2355081925" sldId="2146849391"/>
            <ac:spMk id="8" creationId="{0DA4A168-C0C8-EFFD-9F22-F7CC04AC7B16}"/>
          </ac:spMkLst>
        </pc:spChg>
        <pc:picChg chg="add del mod modCrop">
          <ac:chgData name="ANAS BELHACHMI" userId="6494f61e-335a-4157-b7c8-f1ece193bc92" providerId="ADAL" clId="{E7CA2F1D-2815-4E91-B8BA-639765E4289A}" dt="2025-03-21T09:46:29.702" v="3241" actId="478"/>
          <ac:picMkLst>
            <pc:docMk/>
            <pc:sldMk cId="2355081925" sldId="2146849391"/>
            <ac:picMk id="7" creationId="{60B13395-A44A-D1DE-B2D9-2ABB0D54DEC0}"/>
          </ac:picMkLst>
        </pc:picChg>
        <pc:picChg chg="add del mod">
          <ac:chgData name="ANAS BELHACHMI" userId="6494f61e-335a-4157-b7c8-f1ece193bc92" providerId="ADAL" clId="{E7CA2F1D-2815-4E91-B8BA-639765E4289A}" dt="2025-03-21T09:51:36.069" v="3283" actId="478"/>
          <ac:picMkLst>
            <pc:docMk/>
            <pc:sldMk cId="2355081925" sldId="2146849391"/>
            <ac:picMk id="10" creationId="{BA1B3768-0BE8-1F26-07CA-BC9DE07E4770}"/>
          </ac:picMkLst>
        </pc:picChg>
      </pc:sldChg>
      <pc:sldChg chg="new del">
        <pc:chgData name="ANAS BELHACHMI" userId="6494f61e-335a-4157-b7c8-f1ece193bc92" providerId="ADAL" clId="{E7CA2F1D-2815-4E91-B8BA-639765E4289A}" dt="2025-03-21T09:43:45.866" v="3219" actId="680"/>
        <pc:sldMkLst>
          <pc:docMk/>
          <pc:sldMk cId="3816144143" sldId="2146849391"/>
        </pc:sldMkLst>
      </pc:sldChg>
      <pc:sldMasterChg chg="delSldLayout">
        <pc:chgData name="ANAS BELHACHMI" userId="6494f61e-335a-4157-b7c8-f1ece193bc92" providerId="ADAL" clId="{E7CA2F1D-2815-4E91-B8BA-639765E4289A}" dt="2025-03-20T16:35:35.654" v="1760" actId="47"/>
        <pc:sldMasterMkLst>
          <pc:docMk/>
          <pc:sldMasterMk cId="3145082354" sldId="2147483671"/>
        </pc:sldMasterMkLst>
        <pc:sldLayoutChg chg="del">
          <pc:chgData name="ANAS BELHACHMI" userId="6494f61e-335a-4157-b7c8-f1ece193bc92" providerId="ADAL" clId="{E7CA2F1D-2815-4E91-B8BA-639765E4289A}" dt="2025-03-18T11:19:16.083" v="0" actId="47"/>
          <pc:sldLayoutMkLst>
            <pc:docMk/>
            <pc:sldMasterMk cId="3145082354" sldId="2147483671"/>
            <pc:sldLayoutMk cId="1268463809" sldId="2147483689"/>
          </pc:sldLayoutMkLst>
        </pc:sldLayoutChg>
        <pc:sldLayoutChg chg="del">
          <pc:chgData name="ANAS BELHACHMI" userId="6494f61e-335a-4157-b7c8-f1ece193bc92" providerId="ADAL" clId="{E7CA2F1D-2815-4E91-B8BA-639765E4289A}" dt="2025-03-20T16:35:35.654" v="1760" actId="47"/>
          <pc:sldLayoutMkLst>
            <pc:docMk/>
            <pc:sldMasterMk cId="3145082354" sldId="2147483671"/>
            <pc:sldLayoutMk cId="4245371096" sldId="2147483721"/>
          </pc:sldLayoutMkLst>
        </pc:sldLayoutChg>
        <pc:sldLayoutChg chg="del">
          <pc:chgData name="ANAS BELHACHMI" userId="6494f61e-335a-4157-b7c8-f1ece193bc92" providerId="ADAL" clId="{E7CA2F1D-2815-4E91-B8BA-639765E4289A}" dt="2025-03-20T10:59:48.076" v="642" actId="47"/>
          <pc:sldLayoutMkLst>
            <pc:docMk/>
            <pc:sldMasterMk cId="3145082354" sldId="2147483671"/>
            <pc:sldLayoutMk cId="3059638715" sldId="2147483724"/>
          </pc:sldLayoutMkLst>
        </pc:sldLayoutChg>
      </pc:sldMasterChg>
      <pc:sldMasterChg chg="del delSldLayout">
        <pc:chgData name="ANAS BELHACHMI" userId="6494f61e-335a-4157-b7c8-f1ece193bc92" providerId="ADAL" clId="{E7CA2F1D-2815-4E91-B8BA-639765E4289A}" dt="2025-03-20T11:48:13.980" v="1103" actId="47"/>
        <pc:sldMasterMkLst>
          <pc:docMk/>
          <pc:sldMasterMk cId="1278829878" sldId="2147483725"/>
        </pc:sldMasterMkLst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3911878463" sldId="2147483726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2337390119" sldId="2147483727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4094713809" sldId="2147483728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859027472" sldId="2147483729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2381922128" sldId="2147483730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1120587966" sldId="2147483731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3363072728" sldId="2147483732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1088662605" sldId="2147483733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207523472" sldId="2147483734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450858738" sldId="2147483735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1758473179" sldId="2147483736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3963544209" sldId="2147483737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1481280893" sldId="2147483738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3234855718" sldId="2147483739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2492203025" sldId="2147483740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1472029971" sldId="2147483741"/>
          </pc:sldLayoutMkLst>
        </pc:sldLayoutChg>
        <pc:sldLayoutChg chg="del">
          <pc:chgData name="ANAS BELHACHMI" userId="6494f61e-335a-4157-b7c8-f1ece193bc92" providerId="ADAL" clId="{E7CA2F1D-2815-4E91-B8BA-639765E4289A}" dt="2025-03-20T11:48:13.980" v="1103" actId="47"/>
          <pc:sldLayoutMkLst>
            <pc:docMk/>
            <pc:sldMasterMk cId="1278829878" sldId="2147483725"/>
            <pc:sldLayoutMk cId="3903034316" sldId="2147483742"/>
          </pc:sldLayoutMkLst>
        </pc:sldLayoutChg>
      </pc:sldMasterChg>
    </pc:docChg>
  </pc:docChgLst>
  <pc:docChgLst>
    <pc:chgData name="HIND TOUIL" userId="S::u643997@inetpsa.com::c93d8e34-2c0f-4952-82bd-d7c0fc0582a8" providerId="AD" clId="Web-{EF310EF9-2DC3-4EBD-BDA8-0D61765B81CE}"/>
    <pc:docChg chg="modSld">
      <pc:chgData name="HIND TOUIL" userId="S::u643997@inetpsa.com::c93d8e34-2c0f-4952-82bd-d7c0fc0582a8" providerId="AD" clId="Web-{EF310EF9-2DC3-4EBD-BDA8-0D61765B81CE}" dt="2025-03-19T12:29:02.634" v="0" actId="1076"/>
      <pc:docMkLst>
        <pc:docMk/>
      </pc:docMkLst>
      <pc:sldChg chg="modSp">
        <pc:chgData name="HIND TOUIL" userId="S::u643997@inetpsa.com::c93d8e34-2c0f-4952-82bd-d7c0fc0582a8" providerId="AD" clId="Web-{EF310EF9-2DC3-4EBD-BDA8-0D61765B81CE}" dt="2025-03-19T12:29:02.634" v="0" actId="1076"/>
        <pc:sldMkLst>
          <pc:docMk/>
          <pc:sldMk cId="1433310178" sldId="2146849372"/>
        </pc:sldMkLst>
        <pc:picChg chg="mod">
          <ac:chgData name="HIND TOUIL" userId="S::u643997@inetpsa.com::c93d8e34-2c0f-4952-82bd-d7c0fc0582a8" providerId="AD" clId="Web-{EF310EF9-2DC3-4EBD-BDA8-0D61765B81CE}" dt="2025-03-19T12:29:02.634" v="0" actId="1076"/>
          <ac:picMkLst>
            <pc:docMk/>
            <pc:sldMk cId="1433310178" sldId="2146849372"/>
            <ac:picMk id="1026" creationId="{9761B1E7-3F26-136D-2DB3-43045AE7FA9C}"/>
          </ac:picMkLst>
        </pc:picChg>
      </pc:sldChg>
    </pc:docChg>
  </pc:docChgLst>
  <pc:docChgLst>
    <pc:chgData name="ANAS BELHACHMI" userId="6494f61e-335a-4157-b7c8-f1ece193bc92" providerId="ADAL" clId="{70B21B10-F6A0-42A6-A38C-36DD9F8832DE}"/>
    <pc:docChg chg="undo custSel addSld delSld modSld sldOrd">
      <pc:chgData name="ANAS BELHACHMI" userId="6494f61e-335a-4157-b7c8-f1ece193bc92" providerId="ADAL" clId="{70B21B10-F6A0-42A6-A38C-36DD9F8832DE}" dt="2025-04-18T14:32:16.788" v="239"/>
      <pc:docMkLst>
        <pc:docMk/>
      </pc:docMkLst>
      <pc:sldChg chg="del">
        <pc:chgData name="ANAS BELHACHMI" userId="6494f61e-335a-4157-b7c8-f1ece193bc92" providerId="ADAL" clId="{70B21B10-F6A0-42A6-A38C-36DD9F8832DE}" dt="2025-04-18T13:35:50.643" v="196" actId="47"/>
        <pc:sldMkLst>
          <pc:docMk/>
          <pc:sldMk cId="1400087325" sldId="258"/>
        </pc:sldMkLst>
      </pc:sldChg>
      <pc:sldChg chg="modNotesTx">
        <pc:chgData name="ANAS BELHACHMI" userId="6494f61e-335a-4157-b7c8-f1ece193bc92" providerId="ADAL" clId="{70B21B10-F6A0-42A6-A38C-36DD9F8832DE}" dt="2025-04-18T14:32:16.788" v="239"/>
        <pc:sldMkLst>
          <pc:docMk/>
          <pc:sldMk cId="0" sldId="259"/>
        </pc:sldMkLst>
      </pc:sldChg>
      <pc:sldChg chg="addSp delSp modSp mod">
        <pc:chgData name="ANAS BELHACHMI" userId="6494f61e-335a-4157-b7c8-f1ece193bc92" providerId="ADAL" clId="{70B21B10-F6A0-42A6-A38C-36DD9F8832DE}" dt="2025-04-18T11:53:54.626" v="70" actId="20577"/>
        <pc:sldMkLst>
          <pc:docMk/>
          <pc:sldMk cId="214000496" sldId="260"/>
        </pc:sldMkLst>
        <pc:spChg chg="mod">
          <ac:chgData name="ANAS BELHACHMI" userId="6494f61e-335a-4157-b7c8-f1ece193bc92" providerId="ADAL" clId="{70B21B10-F6A0-42A6-A38C-36DD9F8832DE}" dt="2025-04-18T11:45:22.685" v="39" actId="1037"/>
          <ac:spMkLst>
            <pc:docMk/>
            <pc:sldMk cId="214000496" sldId="260"/>
            <ac:spMk id="2" creationId="{709351F3-0FCF-D6D4-1D56-A8CC33A36ADF}"/>
          </ac:spMkLst>
        </pc:spChg>
        <pc:spChg chg="mod">
          <ac:chgData name="ANAS BELHACHMI" userId="6494f61e-335a-4157-b7c8-f1ece193bc92" providerId="ADAL" clId="{70B21B10-F6A0-42A6-A38C-36DD9F8832DE}" dt="2025-04-18T11:45:34.729" v="42" actId="1076"/>
          <ac:spMkLst>
            <pc:docMk/>
            <pc:sldMk cId="214000496" sldId="260"/>
            <ac:spMk id="4" creationId="{C72D8516-9D05-26D4-3C82-FE98F49864F9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14" creationId="{7F31F5BF-EE87-676E-C9FE-00E6EEF5C382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15" creationId="{50DDCEE4-3F39-FF05-39A4-88D0818A9452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16" creationId="{B8729410-0586-CDA1-DF9D-6675FC206DD0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17" creationId="{9BF62D40-B60C-85AA-5F56-2F81518F7697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18" creationId="{8C2B4B26-D080-A2B7-AA27-C146D03763F7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19" creationId="{DEF6FAC5-6143-559C-2B8B-DF20609CB418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0" creationId="{A183C922-936D-5B50-8027-C7064F415FE5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3" creationId="{3787C97C-F783-9E11-7772-328BA441B482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4" creationId="{4704DBB3-0142-062F-2BB6-7259B18B1C17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5" creationId="{6949ACA7-B6AA-81A3-C80F-A89318287159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6" creationId="{5FD221B1-BF44-0F70-D27C-F7CAAF45227D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7" creationId="{516AE22E-7171-CE27-FB45-56758EE4A0A8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28" creationId="{3E399D20-B7E4-A16D-87EF-F9537EF16FEA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31" creationId="{8A992767-2740-B73A-F61A-EBEF194A21FB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32" creationId="{27D165A6-E5D2-09D1-957A-8F2F59FFD003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33" creationId="{E0224754-9D2D-76DF-1D99-4030C4E299F8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36" creationId="{89C017FA-439D-F3FB-4AC2-C458F2F9C561}"/>
          </ac:spMkLst>
        </pc:spChg>
        <pc:spChg chg="mod">
          <ac:chgData name="ANAS BELHACHMI" userId="6494f61e-335a-4157-b7c8-f1ece193bc92" providerId="ADAL" clId="{70B21B10-F6A0-42A6-A38C-36DD9F8832DE}" dt="2025-04-18T11:53:54.626" v="70" actId="20577"/>
          <ac:spMkLst>
            <pc:docMk/>
            <pc:sldMk cId="214000496" sldId="260"/>
            <ac:spMk id="43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1:46:34.543" v="53" actId="1076"/>
          <ac:spMkLst>
            <pc:docMk/>
            <pc:sldMk cId="214000496" sldId="260"/>
            <ac:spMk id="51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1:45:22.685" v="39" actId="1037"/>
          <ac:spMkLst>
            <pc:docMk/>
            <pc:sldMk cId="214000496" sldId="260"/>
            <ac:spMk id="53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1:45:22.685" v="39" actId="1037"/>
          <ac:spMkLst>
            <pc:docMk/>
            <pc:sldMk cId="214000496" sldId="260"/>
            <ac:spMk id="54" creationId="{00000000-0000-0000-0000-000000000000}"/>
          </ac:spMkLst>
        </pc:spChg>
        <pc:spChg chg="del">
          <ac:chgData name="ANAS BELHACHMI" userId="6494f61e-335a-4157-b7c8-f1ece193bc92" providerId="ADAL" clId="{70B21B10-F6A0-42A6-A38C-36DD9F8832DE}" dt="2025-04-18T11:44:25.726" v="10" actId="478"/>
          <ac:spMkLst>
            <pc:docMk/>
            <pc:sldMk cId="214000496" sldId="260"/>
            <ac:spMk id="65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1:45:22.685" v="39" actId="1037"/>
          <ac:spMkLst>
            <pc:docMk/>
            <pc:sldMk cId="214000496" sldId="260"/>
            <ac:spMk id="67" creationId="{00000000-0000-0000-0000-000000000000}"/>
          </ac:spMkLst>
        </pc:spChg>
        <pc:spChg chg="del">
          <ac:chgData name="ANAS BELHACHMI" userId="6494f61e-335a-4157-b7c8-f1ece193bc92" providerId="ADAL" clId="{70B21B10-F6A0-42A6-A38C-36DD9F8832DE}" dt="2025-04-18T11:44:18.796" v="9" actId="478"/>
          <ac:spMkLst>
            <pc:docMk/>
            <pc:sldMk cId="214000496" sldId="260"/>
            <ac:spMk id="68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1:46:44.048" v="54" actId="1076"/>
          <ac:spMkLst>
            <pc:docMk/>
            <pc:sldMk cId="214000496" sldId="260"/>
            <ac:spMk id="69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1:46:16.711" v="49" actId="164"/>
          <ac:spMkLst>
            <pc:docMk/>
            <pc:sldMk cId="214000496" sldId="260"/>
            <ac:spMk id="70" creationId="{2D0A6A96-6E99-15BD-C996-825298B2C523}"/>
          </ac:spMkLst>
        </pc:spChg>
        <pc:grpChg chg="add mod">
          <ac:chgData name="ANAS BELHACHMI" userId="6494f61e-335a-4157-b7c8-f1ece193bc92" providerId="ADAL" clId="{70B21B10-F6A0-42A6-A38C-36DD9F8832DE}" dt="2025-04-18T11:46:21.673" v="50" actId="1076"/>
          <ac:grpSpMkLst>
            <pc:docMk/>
            <pc:sldMk cId="214000496" sldId="260"/>
            <ac:grpSpMk id="9" creationId="{94086E98-DE92-6013-9833-1DDCE89E7CA7}"/>
          </ac:grpSpMkLst>
        </pc:grpChg>
        <pc:picChg chg="mod">
          <ac:chgData name="ANAS BELHACHMI" userId="6494f61e-335a-4157-b7c8-f1ece193bc92" providerId="ADAL" clId="{70B21B10-F6A0-42A6-A38C-36DD9F8832DE}" dt="2025-04-18T11:45:31.306" v="41" actId="1076"/>
          <ac:picMkLst>
            <pc:docMk/>
            <pc:sldMk cId="214000496" sldId="260"/>
            <ac:picMk id="3" creationId="{9A139B55-23EB-6787-F01D-881B1196A017}"/>
          </ac:picMkLst>
        </pc:picChg>
        <pc:picChg chg="mod">
          <ac:chgData name="ANAS BELHACHMI" userId="6494f61e-335a-4157-b7c8-f1ece193bc92" providerId="ADAL" clId="{70B21B10-F6A0-42A6-A38C-36DD9F8832DE}" dt="2025-04-18T11:45:22.685" v="39" actId="1037"/>
          <ac:picMkLst>
            <pc:docMk/>
            <pc:sldMk cId="214000496" sldId="260"/>
            <ac:picMk id="5" creationId="{0DE55798-7D3A-6F12-DC72-7AF77C8A0851}"/>
          </ac:picMkLst>
        </pc:picChg>
        <pc:picChg chg="del">
          <ac:chgData name="ANAS BELHACHMI" userId="6494f61e-335a-4157-b7c8-f1ece193bc92" providerId="ADAL" clId="{70B21B10-F6A0-42A6-A38C-36DD9F8832DE}" dt="2025-04-18T11:44:16.753" v="8" actId="478"/>
          <ac:picMkLst>
            <pc:docMk/>
            <pc:sldMk cId="214000496" sldId="260"/>
            <ac:picMk id="13" creationId="{6B437922-240A-E4C0-8BA2-A1AEDA748B28}"/>
          </ac:picMkLst>
        </pc:picChg>
        <pc:picChg chg="mod">
          <ac:chgData name="ANAS BELHACHMI" userId="6494f61e-335a-4157-b7c8-f1ece193bc92" providerId="ADAL" clId="{70B21B10-F6A0-42A6-A38C-36DD9F8832DE}" dt="2025-04-18T11:46:44.048" v="54" actId="1076"/>
          <ac:picMkLst>
            <pc:docMk/>
            <pc:sldMk cId="214000496" sldId="260"/>
            <ac:picMk id="56" creationId="{00000000-0000-0000-0000-000000000000}"/>
          </ac:picMkLst>
        </pc:picChg>
        <pc:cxnChg chg="mod">
          <ac:chgData name="ANAS BELHACHMI" userId="6494f61e-335a-4157-b7c8-f1ece193bc92" providerId="ADAL" clId="{70B21B10-F6A0-42A6-A38C-36DD9F8832DE}" dt="2025-04-18T11:46:16.711" v="49" actId="164"/>
          <ac:cxnSpMkLst>
            <pc:docMk/>
            <pc:sldMk cId="214000496" sldId="260"/>
            <ac:cxnSpMk id="21" creationId="{61146C7A-4DD0-F74B-5671-3ABEE1110002}"/>
          </ac:cxnSpMkLst>
        </pc:cxnChg>
        <pc:cxnChg chg="mod">
          <ac:chgData name="ANAS BELHACHMI" userId="6494f61e-335a-4157-b7c8-f1ece193bc92" providerId="ADAL" clId="{70B21B10-F6A0-42A6-A38C-36DD9F8832DE}" dt="2025-04-18T11:46:16.711" v="49" actId="164"/>
          <ac:cxnSpMkLst>
            <pc:docMk/>
            <pc:sldMk cId="214000496" sldId="260"/>
            <ac:cxnSpMk id="22" creationId="{1E1141B6-7D34-BEA6-2111-8AA3E14BF7EA}"/>
          </ac:cxnSpMkLst>
        </pc:cxnChg>
        <pc:cxnChg chg="mod">
          <ac:chgData name="ANAS BELHACHMI" userId="6494f61e-335a-4157-b7c8-f1ece193bc92" providerId="ADAL" clId="{70B21B10-F6A0-42A6-A38C-36DD9F8832DE}" dt="2025-04-18T11:46:16.711" v="49" actId="164"/>
          <ac:cxnSpMkLst>
            <pc:docMk/>
            <pc:sldMk cId="214000496" sldId="260"/>
            <ac:cxnSpMk id="29" creationId="{10424BBF-E5C8-4F48-DBC2-0A351D8A12E8}"/>
          </ac:cxnSpMkLst>
        </pc:cxnChg>
        <pc:cxnChg chg="mod">
          <ac:chgData name="ANAS BELHACHMI" userId="6494f61e-335a-4157-b7c8-f1ece193bc92" providerId="ADAL" clId="{70B21B10-F6A0-42A6-A38C-36DD9F8832DE}" dt="2025-04-18T11:46:16.711" v="49" actId="164"/>
          <ac:cxnSpMkLst>
            <pc:docMk/>
            <pc:sldMk cId="214000496" sldId="260"/>
            <ac:cxnSpMk id="30" creationId="{7130CDFD-785D-80E0-0D16-85E43B66BFEA}"/>
          </ac:cxnSpMkLst>
        </pc:cxnChg>
        <pc:cxnChg chg="mod">
          <ac:chgData name="ANAS BELHACHMI" userId="6494f61e-335a-4157-b7c8-f1ece193bc92" providerId="ADAL" clId="{70B21B10-F6A0-42A6-A38C-36DD9F8832DE}" dt="2025-04-18T11:46:16.711" v="49" actId="164"/>
          <ac:cxnSpMkLst>
            <pc:docMk/>
            <pc:sldMk cId="214000496" sldId="260"/>
            <ac:cxnSpMk id="34" creationId="{6EBD6909-2E52-9891-FFFA-3EA7B30560A1}"/>
          </ac:cxnSpMkLst>
        </pc:cxnChg>
        <pc:cxnChg chg="mod">
          <ac:chgData name="ANAS BELHACHMI" userId="6494f61e-335a-4157-b7c8-f1ece193bc92" providerId="ADAL" clId="{70B21B10-F6A0-42A6-A38C-36DD9F8832DE}" dt="2025-04-18T11:46:16.711" v="49" actId="164"/>
          <ac:cxnSpMkLst>
            <pc:docMk/>
            <pc:sldMk cId="214000496" sldId="260"/>
            <ac:cxnSpMk id="35" creationId="{61CA776C-8066-1BDB-4310-248D9B15638B}"/>
          </ac:cxnSpMkLst>
        </pc:cxnChg>
        <pc:cxnChg chg="mod">
          <ac:chgData name="ANAS BELHACHMI" userId="6494f61e-335a-4157-b7c8-f1ece193bc92" providerId="ADAL" clId="{70B21B10-F6A0-42A6-A38C-36DD9F8832DE}" dt="2025-04-18T11:46:30.577" v="52" actId="14100"/>
          <ac:cxnSpMkLst>
            <pc:docMk/>
            <pc:sldMk cId="214000496" sldId="260"/>
            <ac:cxnSpMk id="58" creationId="{00000000-0000-0000-0000-000000000000}"/>
          </ac:cxnSpMkLst>
        </pc:cxnChg>
        <pc:cxnChg chg="mod">
          <ac:chgData name="ANAS BELHACHMI" userId="6494f61e-335a-4157-b7c8-f1ece193bc92" providerId="ADAL" clId="{70B21B10-F6A0-42A6-A38C-36DD9F8832DE}" dt="2025-04-18T11:45:28.604" v="40" actId="1076"/>
          <ac:cxnSpMkLst>
            <pc:docMk/>
            <pc:sldMk cId="214000496" sldId="260"/>
            <ac:cxnSpMk id="62" creationId="{00000000-0000-0000-0000-000000000000}"/>
          </ac:cxnSpMkLst>
        </pc:cxnChg>
        <pc:cxnChg chg="mod">
          <ac:chgData name="ANAS BELHACHMI" userId="6494f61e-335a-4157-b7c8-f1ece193bc92" providerId="ADAL" clId="{70B21B10-F6A0-42A6-A38C-36DD9F8832DE}" dt="2025-04-18T11:45:22.685" v="39" actId="1037"/>
          <ac:cxnSpMkLst>
            <pc:docMk/>
            <pc:sldMk cId="214000496" sldId="260"/>
            <ac:cxnSpMk id="64" creationId="{00000000-0000-0000-0000-000000000000}"/>
          </ac:cxnSpMkLst>
        </pc:cxnChg>
        <pc:cxnChg chg="del">
          <ac:chgData name="ANAS BELHACHMI" userId="6494f61e-335a-4157-b7c8-f1ece193bc92" providerId="ADAL" clId="{70B21B10-F6A0-42A6-A38C-36DD9F8832DE}" dt="2025-04-18T11:44:28.650" v="11" actId="478"/>
          <ac:cxnSpMkLst>
            <pc:docMk/>
            <pc:sldMk cId="214000496" sldId="260"/>
            <ac:cxnSpMk id="66" creationId="{00000000-0000-0000-0000-000000000000}"/>
          </ac:cxnSpMkLst>
        </pc:cxnChg>
      </pc:sldChg>
      <pc:sldChg chg="modSp mod">
        <pc:chgData name="ANAS BELHACHMI" userId="6494f61e-335a-4157-b7c8-f1ece193bc92" providerId="ADAL" clId="{70B21B10-F6A0-42A6-A38C-36DD9F8832DE}" dt="2025-04-18T11:37:47.721" v="6" actId="20577"/>
        <pc:sldMkLst>
          <pc:docMk/>
          <pc:sldMk cId="702712372" sldId="311"/>
        </pc:sldMkLst>
        <pc:spChg chg="mod">
          <ac:chgData name="ANAS BELHACHMI" userId="6494f61e-335a-4157-b7c8-f1ece193bc92" providerId="ADAL" clId="{70B21B10-F6A0-42A6-A38C-36DD9F8832DE}" dt="2025-04-18T11:37:47.721" v="6" actId="20577"/>
          <ac:spMkLst>
            <pc:docMk/>
            <pc:sldMk cId="702712372" sldId="311"/>
            <ac:spMk id="3" creationId="{00000000-0000-0000-0000-000000000000}"/>
          </ac:spMkLst>
        </pc:spChg>
      </pc:sldChg>
      <pc:sldChg chg="modSp mod">
        <pc:chgData name="ANAS BELHACHMI" userId="6494f61e-335a-4157-b7c8-f1ece193bc92" providerId="ADAL" clId="{70B21B10-F6A0-42A6-A38C-36DD9F8832DE}" dt="2025-04-18T10:49:25.433" v="3" actId="113"/>
        <pc:sldMkLst>
          <pc:docMk/>
          <pc:sldMk cId="3400482025" sldId="2146849378"/>
        </pc:sldMkLst>
        <pc:spChg chg="mod">
          <ac:chgData name="ANAS BELHACHMI" userId="6494f61e-335a-4157-b7c8-f1ece193bc92" providerId="ADAL" clId="{70B21B10-F6A0-42A6-A38C-36DD9F8832DE}" dt="2025-04-18T10:49:21.792" v="2" actId="113"/>
          <ac:spMkLst>
            <pc:docMk/>
            <pc:sldMk cId="3400482025" sldId="2146849378"/>
            <ac:spMk id="94" creationId="{EA75E4BA-BD07-8024-34B4-3C902BE2F509}"/>
          </ac:spMkLst>
        </pc:spChg>
        <pc:spChg chg="mod">
          <ac:chgData name="ANAS BELHACHMI" userId="6494f61e-335a-4157-b7c8-f1ece193bc92" providerId="ADAL" clId="{70B21B10-F6A0-42A6-A38C-36DD9F8832DE}" dt="2025-04-18T10:49:25.433" v="3" actId="113"/>
          <ac:spMkLst>
            <pc:docMk/>
            <pc:sldMk cId="3400482025" sldId="2146849378"/>
            <ac:spMk id="95" creationId="{ADFBDBE9-E8BF-A391-D7E6-3417F52B35D4}"/>
          </ac:spMkLst>
        </pc:spChg>
      </pc:sldChg>
      <pc:sldChg chg="add del">
        <pc:chgData name="ANAS BELHACHMI" userId="6494f61e-335a-4157-b7c8-f1ece193bc92" providerId="ADAL" clId="{70B21B10-F6A0-42A6-A38C-36DD9F8832DE}" dt="2025-04-18T10:11:29.061" v="1" actId="47"/>
        <pc:sldMkLst>
          <pc:docMk/>
          <pc:sldMk cId="416274096" sldId="2146849386"/>
        </pc:sldMkLst>
      </pc:sldChg>
      <pc:sldChg chg="modSp mod">
        <pc:chgData name="ANAS BELHACHMI" userId="6494f61e-335a-4157-b7c8-f1ece193bc92" providerId="ADAL" clId="{70B21B10-F6A0-42A6-A38C-36DD9F8832DE}" dt="2025-04-18T13:53:36.005" v="238" actId="20577"/>
        <pc:sldMkLst>
          <pc:docMk/>
          <pc:sldMk cId="2355081925" sldId="2146849391"/>
        </pc:sldMkLst>
        <pc:spChg chg="mod">
          <ac:chgData name="ANAS BELHACHMI" userId="6494f61e-335a-4157-b7c8-f1ece193bc92" providerId="ADAL" clId="{70B21B10-F6A0-42A6-A38C-36DD9F8832DE}" dt="2025-04-18T13:53:36.005" v="238" actId="20577"/>
          <ac:spMkLst>
            <pc:docMk/>
            <pc:sldMk cId="2355081925" sldId="2146849391"/>
            <ac:spMk id="8" creationId="{0DA4A168-C0C8-EFFD-9F22-F7CC04AC7B16}"/>
          </ac:spMkLst>
        </pc:spChg>
      </pc:sldChg>
      <pc:sldChg chg="addSp delSp modSp add mod ord">
        <pc:chgData name="ANAS BELHACHMI" userId="6494f61e-335a-4157-b7c8-f1ece193bc92" providerId="ADAL" clId="{70B21B10-F6A0-42A6-A38C-36DD9F8832DE}" dt="2025-04-18T13:40:23.284" v="222" actId="790"/>
        <pc:sldMkLst>
          <pc:docMk/>
          <pc:sldMk cId="69742291" sldId="2146849392"/>
        </pc:sldMkLst>
        <pc:spChg chg="add mod">
          <ac:chgData name="ANAS BELHACHMI" userId="6494f61e-335a-4157-b7c8-f1ece193bc92" providerId="ADAL" clId="{70B21B10-F6A0-42A6-A38C-36DD9F8832DE}" dt="2025-04-18T11:59:11.438" v="169" actId="20577"/>
          <ac:spMkLst>
            <pc:docMk/>
            <pc:sldMk cId="69742291" sldId="2146849392"/>
            <ac:spMk id="10" creationId="{CC9F4A4D-6694-CDFD-2272-66262F461A7D}"/>
          </ac:spMkLst>
        </pc:spChg>
        <pc:spChg chg="del mod">
          <ac:chgData name="ANAS BELHACHMI" userId="6494f61e-335a-4157-b7c8-f1ece193bc92" providerId="ADAL" clId="{70B21B10-F6A0-42A6-A38C-36DD9F8832DE}" dt="2025-04-18T13:22:43.936" v="180" actId="478"/>
          <ac:spMkLst>
            <pc:docMk/>
            <pc:sldMk cId="69742291" sldId="2146849392"/>
            <ac:spMk id="12" creationId="{25B7279B-609F-0F96-B127-66153B686E2E}"/>
          </ac:spMkLst>
        </pc:spChg>
        <pc:spChg chg="add mod">
          <ac:chgData name="ANAS BELHACHMI" userId="6494f61e-335a-4157-b7c8-f1ece193bc92" providerId="ADAL" clId="{70B21B10-F6A0-42A6-A38C-36DD9F8832DE}" dt="2025-04-18T13:22:01.578" v="179"/>
          <ac:spMkLst>
            <pc:docMk/>
            <pc:sldMk cId="69742291" sldId="2146849392"/>
            <ac:spMk id="37" creationId="{AD8CBB2B-C777-FFCF-1D2F-C35750493526}"/>
          </ac:spMkLst>
        </pc:spChg>
        <pc:spChg chg="mod">
          <ac:chgData name="ANAS BELHACHMI" userId="6494f61e-335a-4157-b7c8-f1ece193bc92" providerId="ADAL" clId="{70B21B10-F6A0-42A6-A38C-36DD9F8832DE}" dt="2025-04-18T11:58:48.810" v="153" actId="14100"/>
          <ac:spMkLst>
            <pc:docMk/>
            <pc:sldMk cId="69742291" sldId="2146849392"/>
            <ac:spMk id="41" creationId="{EE7A4640-20EF-CAFE-0679-C89E83611F62}"/>
          </ac:spMkLst>
        </pc:spChg>
        <pc:spChg chg="mod">
          <ac:chgData name="ANAS BELHACHMI" userId="6494f61e-335a-4157-b7c8-f1ece193bc92" providerId="ADAL" clId="{70B21B10-F6A0-42A6-A38C-36DD9F8832DE}" dt="2025-04-18T11:54:20.501" v="71" actId="20577"/>
          <ac:spMkLst>
            <pc:docMk/>
            <pc:sldMk cId="69742291" sldId="2146849392"/>
            <ac:spMk id="43" creationId="{00000000-0000-0000-0000-000000000000}"/>
          </ac:spMkLst>
        </pc:spChg>
        <pc:spChg chg="mod">
          <ac:chgData name="ANAS BELHACHMI" userId="6494f61e-335a-4157-b7c8-f1ece193bc92" providerId="ADAL" clId="{70B21B10-F6A0-42A6-A38C-36DD9F8832DE}" dt="2025-04-18T13:40:23.284" v="222" actId="790"/>
          <ac:spMkLst>
            <pc:docMk/>
            <pc:sldMk cId="69742291" sldId="2146849392"/>
            <ac:spMk id="45" creationId="{0FBD4ACF-0824-099A-5C04-2F250849D17A}"/>
          </ac:spMkLst>
        </pc:spChg>
        <pc:spChg chg="add mod">
          <ac:chgData name="ANAS BELHACHMI" userId="6494f61e-335a-4157-b7c8-f1ece193bc92" providerId="ADAL" clId="{70B21B10-F6A0-42A6-A38C-36DD9F8832DE}" dt="2025-04-18T13:22:54.554" v="194" actId="1036"/>
          <ac:spMkLst>
            <pc:docMk/>
            <pc:sldMk cId="69742291" sldId="2146849392"/>
            <ac:spMk id="47" creationId="{610B15A8-5978-C2B3-4F9D-994C40AB6C50}"/>
          </ac:spMkLst>
        </pc:spChg>
        <pc:spChg chg="mod">
          <ac:chgData name="ANAS BELHACHMI" userId="6494f61e-335a-4157-b7c8-f1ece193bc92" providerId="ADAL" clId="{70B21B10-F6A0-42A6-A38C-36DD9F8832DE}" dt="2025-04-18T13:39:34.286" v="215" actId="20577"/>
          <ac:spMkLst>
            <pc:docMk/>
            <pc:sldMk cId="69742291" sldId="2146849392"/>
            <ac:spMk id="49" creationId="{00000000-0000-0000-0000-000000000000}"/>
          </ac:spMkLst>
        </pc:spChg>
        <pc:spChg chg="del mod">
          <ac:chgData name="ANAS BELHACHMI" userId="6494f61e-335a-4157-b7c8-f1ece193bc92" providerId="ADAL" clId="{70B21B10-F6A0-42A6-A38C-36DD9F8832DE}" dt="2025-04-18T13:22:01.118" v="178" actId="478"/>
          <ac:spMkLst>
            <pc:docMk/>
            <pc:sldMk cId="69742291" sldId="2146849392"/>
            <ac:spMk id="57" creationId="{AE0B8006-22CC-3061-330A-6521F240DBD4}"/>
          </ac:spMkLst>
        </pc:spChg>
        <pc:spChg chg="mod">
          <ac:chgData name="ANAS BELHACHMI" userId="6494f61e-335a-4157-b7c8-f1ece193bc92" providerId="ADAL" clId="{70B21B10-F6A0-42A6-A38C-36DD9F8832DE}" dt="2025-04-18T11:58:06.867" v="149" actId="14100"/>
          <ac:spMkLst>
            <pc:docMk/>
            <pc:sldMk cId="69742291" sldId="2146849392"/>
            <ac:spMk id="68" creationId="{00000000-0000-0000-0000-000000000000}"/>
          </ac:spMkLst>
        </pc:spChg>
        <pc:grpChg chg="mod">
          <ac:chgData name="ANAS BELHACHMI" userId="6494f61e-335a-4157-b7c8-f1ece193bc92" providerId="ADAL" clId="{70B21B10-F6A0-42A6-A38C-36DD9F8832DE}" dt="2025-04-18T11:59:23.104" v="172" actId="1076"/>
          <ac:grpSpMkLst>
            <pc:docMk/>
            <pc:sldMk cId="69742291" sldId="2146849392"/>
            <ac:grpSpMk id="6" creationId="{DD7AE849-B386-AE38-16E9-2226C18DF800}"/>
          </ac:grpSpMkLst>
        </pc:grpChg>
        <pc:picChg chg="add mod">
          <ac:chgData name="ANAS BELHACHMI" userId="6494f61e-335a-4157-b7c8-f1ece193bc92" providerId="ADAL" clId="{70B21B10-F6A0-42A6-A38C-36DD9F8832DE}" dt="2025-04-18T11:53:12.231" v="63" actId="1076"/>
          <ac:picMkLst>
            <pc:docMk/>
            <pc:sldMk cId="69742291" sldId="2146849392"/>
            <ac:picMk id="3" creationId="{42531BE9-90E5-968C-60A6-9C1D63ACB931}"/>
          </ac:picMkLst>
        </pc:picChg>
        <pc:picChg chg="add mod">
          <ac:chgData name="ANAS BELHACHMI" userId="6494f61e-335a-4157-b7c8-f1ece193bc92" providerId="ADAL" clId="{70B21B10-F6A0-42A6-A38C-36DD9F8832DE}" dt="2025-04-18T11:59:58.789" v="177" actId="1035"/>
          <ac:picMkLst>
            <pc:docMk/>
            <pc:sldMk cId="69742291" sldId="2146849392"/>
            <ac:picMk id="4" creationId="{FDA47834-6539-18BF-6944-0947128EC9CC}"/>
          </ac:picMkLst>
        </pc:picChg>
        <pc:picChg chg="del">
          <ac:chgData name="ANAS BELHACHMI" userId="6494f61e-335a-4157-b7c8-f1ece193bc92" providerId="ADAL" clId="{70B21B10-F6A0-42A6-A38C-36DD9F8832DE}" dt="2025-04-18T11:53:08.639" v="61" actId="478"/>
          <ac:picMkLst>
            <pc:docMk/>
            <pc:sldMk cId="69742291" sldId="2146849392"/>
            <ac:picMk id="11" creationId="{1887AE77-361C-27AA-7E18-5E922C5041C6}"/>
          </ac:picMkLst>
        </pc:picChg>
        <pc:picChg chg="add del">
          <ac:chgData name="ANAS BELHACHMI" userId="6494f61e-335a-4157-b7c8-f1ece193bc92" providerId="ADAL" clId="{70B21B10-F6A0-42A6-A38C-36DD9F8832DE}" dt="2025-04-18T11:53:15.156" v="64" actId="478"/>
          <ac:picMkLst>
            <pc:docMk/>
            <pc:sldMk cId="69742291" sldId="2146849392"/>
            <ac:picMk id="13" creationId="{6B437922-240A-E4C0-8BA2-A1AEDA748B28}"/>
          </ac:picMkLst>
        </pc:picChg>
        <pc:picChg chg="add del">
          <ac:chgData name="ANAS BELHACHMI" userId="6494f61e-335a-4157-b7c8-f1ece193bc92" providerId="ADAL" clId="{70B21B10-F6A0-42A6-A38C-36DD9F8832DE}" dt="2025-04-18T11:52:07.070" v="59" actId="478"/>
          <ac:picMkLst>
            <pc:docMk/>
            <pc:sldMk cId="69742291" sldId="2146849392"/>
            <ac:picMk id="42" creationId="{1BC9B292-8710-BA4D-CD48-C700181E3E68}"/>
          </ac:picMkLst>
        </pc:picChg>
        <pc:cxnChg chg="mod">
          <ac:chgData name="ANAS BELHACHMI" userId="6494f61e-335a-4157-b7c8-f1ece193bc92" providerId="ADAL" clId="{70B21B10-F6A0-42A6-A38C-36DD9F8832DE}" dt="2025-04-18T11:58:54.460" v="154" actId="14100"/>
          <ac:cxnSpMkLst>
            <pc:docMk/>
            <pc:sldMk cId="69742291" sldId="2146849392"/>
            <ac:cxnSpMk id="38" creationId="{486F3DFD-E247-40D9-DA00-1FE46F6A1CC8}"/>
          </ac:cxnSpMkLst>
        </pc:cxnChg>
        <pc:cxnChg chg="mod">
          <ac:chgData name="ANAS BELHACHMI" userId="6494f61e-335a-4157-b7c8-f1ece193bc92" providerId="ADAL" clId="{70B21B10-F6A0-42A6-A38C-36DD9F8832DE}" dt="2025-04-18T11:58:48.810" v="153" actId="14100"/>
          <ac:cxnSpMkLst>
            <pc:docMk/>
            <pc:sldMk cId="69742291" sldId="2146849392"/>
            <ac:cxnSpMk id="46" creationId="{857C2D5E-ABF4-EEC8-B244-D8B79FC05D49}"/>
          </ac:cxnSpMkLst>
        </pc:cxnChg>
      </pc:sldChg>
      <pc:sldChg chg="modSp add mod">
        <pc:chgData name="ANAS BELHACHMI" userId="6494f61e-335a-4157-b7c8-f1ece193bc92" providerId="ADAL" clId="{70B21B10-F6A0-42A6-A38C-36DD9F8832DE}" dt="2025-04-18T13:48:25.732" v="223" actId="1076"/>
        <pc:sldMkLst>
          <pc:docMk/>
          <pc:sldMk cId="2442043785" sldId="2146849393"/>
        </pc:sldMkLst>
        <pc:spChg chg="mod">
          <ac:chgData name="ANAS BELHACHMI" userId="6494f61e-335a-4157-b7c8-f1ece193bc92" providerId="ADAL" clId="{70B21B10-F6A0-42A6-A38C-36DD9F8832DE}" dt="2025-04-18T13:48:25.732" v="223" actId="1076"/>
          <ac:spMkLst>
            <pc:docMk/>
            <pc:sldMk cId="2442043785" sldId="2146849393"/>
            <ac:spMk id="161" creationId="{1383D59F-E418-816D-70CA-D0A0B932D6A9}"/>
          </ac:spMkLst>
        </pc:spChg>
        <pc:cxnChg chg="mod">
          <ac:chgData name="ANAS BELHACHMI" userId="6494f61e-335a-4157-b7c8-f1ece193bc92" providerId="ADAL" clId="{70B21B10-F6A0-42A6-A38C-36DD9F8832DE}" dt="2025-04-18T13:37:10.508" v="198" actId="693"/>
          <ac:cxnSpMkLst>
            <pc:docMk/>
            <pc:sldMk cId="2442043785" sldId="2146849393"/>
            <ac:cxnSpMk id="182" creationId="{22851DC2-3FED-D6D5-4884-6F952A289085}"/>
          </ac:cxnSpMkLst>
        </pc:cxnChg>
        <pc:cxnChg chg="mod">
          <ac:chgData name="ANAS BELHACHMI" userId="6494f61e-335a-4157-b7c8-f1ece193bc92" providerId="ADAL" clId="{70B21B10-F6A0-42A6-A38C-36DD9F8832DE}" dt="2025-04-18T13:36:57.779" v="197" actId="693"/>
          <ac:cxnSpMkLst>
            <pc:docMk/>
            <pc:sldMk cId="2442043785" sldId="2146849393"/>
            <ac:cxnSpMk id="1292" creationId="{90EE23D3-C092-D356-5239-717985614BC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D1455-DBA3-40F8-80BA-20017E58CD41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F3D81-DA2C-492D-8C43-4B9CE1795C2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56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4afab7f91_2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Je suis ravi de vous retrouver aujourd’hui pour vous présenter les travaux menés par l'équipe Fablab ATC autour de la </a:t>
            </a: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classification des verbatims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 cours des derniers mois, nous avons eu l’opportunité de contribuer à plusieurs projets ayant un objectif commun : </a:t>
            </a: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mieux comprendre et structurer les retours clients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 les classant par </a:t>
            </a: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catégories et sous-catégories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pertinentes.</a:t>
            </a:r>
            <a:b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Cette démarche vise à enrichir l’analyse qualitative et à faciliter l’exploitation des données textuelles à grande échelle.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À travers cette présentation, je vais vous partager 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gb4afab7f91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37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1560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494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31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57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157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embeddings</a:t>
            </a:r>
            <a:r>
              <a:rPr lang="fr-FR" dirty="0"/>
              <a:t>  :  « all mini » = modèle pré-entraîné dérivé de BERT  / on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ROBERTA (évolution de BERT)</a:t>
            </a:r>
            <a:endParaRPr lang="ar-S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E8ABE-74CA-4638-B67C-275277040C93}" type="slidenum">
              <a:rPr lang="ar-SA" smtClean="0"/>
              <a:t>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72102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embeddings</a:t>
            </a:r>
            <a:r>
              <a:rPr lang="fr-FR" dirty="0"/>
              <a:t>  :  « all mini » = modèle pré-entraîné dérivé de BERT  / on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ROBERTA (évolution de BERT)</a:t>
            </a:r>
            <a:endParaRPr lang="ar-S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E8ABE-74CA-4638-B67C-275277040C93}" type="slidenum">
              <a:rPr lang="ar-SA" smtClean="0"/>
              <a:t>10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60556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embeddings</a:t>
            </a:r>
            <a:r>
              <a:rPr lang="fr-FR" dirty="0"/>
              <a:t>  :  « all mini » = modèle pré-entraîné dérivé de BERT  / on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ROBERTA (évolution de BERT)</a:t>
            </a:r>
            <a:endParaRPr lang="ar-S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E8ABE-74CA-4638-B67C-275277040C93}" type="slidenum">
              <a:rPr lang="ar-SA" smtClean="0"/>
              <a:t>11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6697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embeddings</a:t>
            </a:r>
            <a:r>
              <a:rPr lang="fr-FR" dirty="0"/>
              <a:t>  :  « all mini » = modèle pré-entraîné dérivé de BERT  / on </a:t>
            </a: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ROBERTA (évolution de BERT)</a:t>
            </a:r>
            <a:endParaRPr lang="ar-S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E8ABE-74CA-4638-B67C-275277040C93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51244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43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4afab7f91_2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b4afab7f91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331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with photo 1" userDrawn="1">
  <p:cSld name="Cover with phot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527799" y="4922100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45103" y="1207768"/>
            <a:ext cx="783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ncode Sans Expanded"/>
              <a:buNone/>
              <a:defRPr sz="3500" b="0" i="0" u="none" strike="noStrike" cap="none">
                <a:solidFill>
                  <a:schemeClr val="lt1"/>
                </a:solidFill>
                <a:latin typeface="Encode Sans Expanded"/>
                <a:ea typeface="Encode Sans Expanded"/>
                <a:cs typeface="Encode Sans Expanded"/>
                <a:sym typeface="Encode Sans Expand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 idx="3"/>
          </p:nvPr>
        </p:nvSpPr>
        <p:spPr>
          <a:xfrm>
            <a:off x="845100" y="4236375"/>
            <a:ext cx="47376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 i="0" u="none" strike="noStrike" cap="none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ver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370C295F-F87C-4224-8CC1-055740470C1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" y="2569369"/>
            <a:ext cx="9143999" cy="2574130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tx2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094" y="1362056"/>
            <a:ext cx="7830000" cy="945000"/>
          </a:xfrm>
        </p:spPr>
        <p:txBody>
          <a:bodyPr anchor="t"/>
          <a:lstStyle>
            <a:lvl1pPr algn="l">
              <a:lnSpc>
                <a:spcPct val="90000"/>
              </a:lnSpc>
              <a:defRPr sz="28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59764E17-B98C-4383-8370-2690754AADC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9382" y="4351671"/>
            <a:ext cx="2160000" cy="351000"/>
          </a:xfrm>
        </p:spPr>
        <p:txBody>
          <a:bodyPr anchor="t"/>
          <a:lstStyle>
            <a:lvl1pPr>
              <a:defRPr lang="fr-FR" sz="1875" b="0" kern="1200" cap="all" baseline="0" noProof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endParaRPr lang="en-US" noProof="0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E74E8C3D-024A-4ED6-AA2A-C1034A8F4A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201" y="4922100"/>
            <a:ext cx="3060000" cy="16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26DEE05B-3704-4A91-B3BE-6D9306C267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27799" y="4922100"/>
            <a:ext cx="540000" cy="16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E7EA58A-C319-4F80-9E54-D658719F8C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589" y="2343991"/>
            <a:ext cx="1297068" cy="247813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1062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with a photo">
  <p:cSld name="2 columns with a phot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402350" y="2603475"/>
            <a:ext cx="8372700" cy="20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ncode Sans"/>
              <a:buNone/>
              <a:defRPr sz="14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ncode Sans"/>
              <a:buNone/>
              <a:defRPr sz="11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402350" y="933150"/>
            <a:ext cx="41538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3"/>
          </p:nvPr>
        </p:nvSpPr>
        <p:spPr>
          <a:xfrm>
            <a:off x="4628250" y="933150"/>
            <a:ext cx="41538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title" idx="4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 idx="5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31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402300" y="1750324"/>
            <a:ext cx="8372700" cy="2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title" idx="2"/>
          </p:nvPr>
        </p:nvSpPr>
        <p:spPr>
          <a:xfrm>
            <a:off x="402300" y="933350"/>
            <a:ext cx="83727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296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a photo">
  <p:cSld name="1_Text with a phot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402300" y="1978925"/>
            <a:ext cx="4154100" cy="26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/>
            </a:lvl1pPr>
            <a:lvl2pPr marL="914400" lvl="1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4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1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000"/>
            </a:lvl4pPr>
            <a:lvl5pPr marL="228600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0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title" idx="2"/>
          </p:nvPr>
        </p:nvSpPr>
        <p:spPr>
          <a:xfrm>
            <a:off x="402300" y="933350"/>
            <a:ext cx="4154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466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hite without a photo">
  <p:cSld name="Text white without a photo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448850" y="933350"/>
            <a:ext cx="4107300" cy="3735300"/>
          </a:xfrm>
          <a:prstGeom prst="rect">
            <a:avLst/>
          </a:prstGeom>
          <a:solidFill>
            <a:srgbClr val="24378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448850" y="925425"/>
            <a:ext cx="41073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0" tIns="405000" rIns="270000" bIns="2700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"/>
              <a:buNone/>
              <a:defRPr sz="20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449025" y="2281775"/>
            <a:ext cx="41073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6325" y="2194211"/>
            <a:ext cx="231850" cy="1213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>
            <a:spLocks noGrp="1"/>
          </p:cNvSpPr>
          <p:nvPr>
            <p:ph type="title" idx="2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535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hite with a photo">
  <p:cSld name="Text white with a phot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/>
          <p:nvPr/>
        </p:nvSpPr>
        <p:spPr>
          <a:xfrm>
            <a:off x="448850" y="933350"/>
            <a:ext cx="4107300" cy="3735300"/>
          </a:xfrm>
          <a:prstGeom prst="rect">
            <a:avLst/>
          </a:prstGeom>
          <a:solidFill>
            <a:srgbClr val="24378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448850" y="925425"/>
            <a:ext cx="41073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0" tIns="405000" rIns="270000" bIns="2700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449025" y="2281775"/>
            <a:ext cx="41073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>
            <a:spLocks noGrp="1"/>
          </p:cNvSpPr>
          <p:nvPr>
            <p:ph type="title" idx="2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6325" y="2194211"/>
            <a:ext cx="231850" cy="1213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88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with highlighting text">
  <p:cSld name="Photo with highlighting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4556325" y="933350"/>
            <a:ext cx="4107300" cy="373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486000" tIns="270000" rIns="270000" bIns="270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"/>
              <a:buNone/>
              <a:defRPr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>
            <a:spLocks noGrp="1"/>
          </p:cNvSpPr>
          <p:nvPr>
            <p:ph type="title" idx="2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6325" y="2194211"/>
            <a:ext cx="231850" cy="1213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92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in 2 frames with 2 photos">
  <p:cSld name="Text in 2 frames with 2 photo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43854" y="933350"/>
            <a:ext cx="4035300" cy="373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70000" tIns="162000" rIns="270000" bIns="270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4628250" y="933350"/>
            <a:ext cx="4035300" cy="373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70000" tIns="162000" rIns="270000" bIns="27000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587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2 graphs">
  <p:cSld name="Text with 2 graph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1"/>
          </p:nvPr>
        </p:nvSpPr>
        <p:spPr>
          <a:xfrm>
            <a:off x="411900" y="933475"/>
            <a:ext cx="4144200" cy="1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  <a:defRPr sz="13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4630550" y="933475"/>
            <a:ext cx="4035300" cy="373500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2"/>
          </p:nvPr>
        </p:nvSpPr>
        <p:spPr>
          <a:xfrm>
            <a:off x="4630550" y="933475"/>
            <a:ext cx="4144200" cy="1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lvl="1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Char char="•"/>
              <a:defRPr sz="13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1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56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a graph">
  <p:cSld name="Text with a graph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16" name="Google Shape;116;p18"/>
          <p:cNvSpPr>
            <a:spLocks noGrp="1"/>
          </p:cNvSpPr>
          <p:nvPr>
            <p:ph type="chart" idx="2"/>
          </p:nvPr>
        </p:nvSpPr>
        <p:spPr>
          <a:xfrm>
            <a:off x="402300" y="1917625"/>
            <a:ext cx="8372700" cy="27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ncode Sans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Encode Sans"/>
              <a:buNone/>
              <a:defRPr sz="9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402300" y="933350"/>
            <a:ext cx="8372700" cy="1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519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a graph and a frame ">
  <p:cSld name="Text with a graph and a frame 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24" name="Google Shape;124;p19"/>
          <p:cNvSpPr>
            <a:spLocks noGrp="1"/>
          </p:cNvSpPr>
          <p:nvPr>
            <p:ph type="chart" idx="2"/>
          </p:nvPr>
        </p:nvSpPr>
        <p:spPr>
          <a:xfrm>
            <a:off x="402300" y="1968475"/>
            <a:ext cx="55362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ncode Sans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Encode Sans"/>
              <a:buNone/>
              <a:defRPr sz="9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402300" y="933350"/>
            <a:ext cx="5536200" cy="1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3"/>
          </p:nvPr>
        </p:nvSpPr>
        <p:spPr>
          <a:xfrm>
            <a:off x="6010500" y="933475"/>
            <a:ext cx="2764500" cy="373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16000" tIns="216000" rIns="216000" bIns="21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title" idx="4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 idx="5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3133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 with 2 texts in 2 frames">
  <p:cSld name="Graph with 2 texts in 2 frames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4628250" y="933475"/>
            <a:ext cx="4146600" cy="172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9000" tIns="189000" rIns="189000" bIns="189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2"/>
          </p:nvPr>
        </p:nvSpPr>
        <p:spPr>
          <a:xfrm>
            <a:off x="4628125" y="2866775"/>
            <a:ext cx="4146600" cy="172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9000" tIns="189000" rIns="189000" bIns="189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title" idx="3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title" idx="4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400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highlighting numbers">
  <p:cSld name="Text with highlighting number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402300" y="933150"/>
            <a:ext cx="8372700" cy="1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marL="91440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4pPr>
            <a:lvl5pPr marL="2286000" lvl="4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2"/>
          </p:nvPr>
        </p:nvSpPr>
        <p:spPr>
          <a:xfrm>
            <a:off x="402300" y="2976325"/>
            <a:ext cx="2692500" cy="17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3"/>
          </p:nvPr>
        </p:nvSpPr>
        <p:spPr>
          <a:xfrm>
            <a:off x="3249250" y="2976325"/>
            <a:ext cx="2692500" cy="17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4"/>
          </p:nvPr>
        </p:nvSpPr>
        <p:spPr>
          <a:xfrm>
            <a:off x="6093225" y="2976325"/>
            <a:ext cx="2692500" cy="17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6093225" y="2266950"/>
            <a:ext cx="2692500" cy="513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title" idx="5"/>
          </p:nvPr>
        </p:nvSpPr>
        <p:spPr>
          <a:xfrm>
            <a:off x="3249325" y="2266950"/>
            <a:ext cx="2692500" cy="513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title" idx="6"/>
          </p:nvPr>
        </p:nvSpPr>
        <p:spPr>
          <a:xfrm>
            <a:off x="405425" y="2266950"/>
            <a:ext cx="2692500" cy="513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Encode Sans"/>
              <a:buNone/>
              <a:defRPr sz="30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>
            <a:spLocks noGrp="1"/>
          </p:cNvSpPr>
          <p:nvPr>
            <p:ph type="title" idx="7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title" idx="8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 idx="9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0102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in 2 columns with a frame">
  <p:cSld name="Text in 2 columns with a frame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402300" y="933150"/>
            <a:ext cx="5536200" cy="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2"/>
          </p:nvPr>
        </p:nvSpPr>
        <p:spPr>
          <a:xfrm>
            <a:off x="402300" y="2018125"/>
            <a:ext cx="2771700" cy="26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3"/>
          </p:nvPr>
        </p:nvSpPr>
        <p:spPr>
          <a:xfrm>
            <a:off x="3244525" y="2018125"/>
            <a:ext cx="2694000" cy="26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1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0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4"/>
          </p:nvPr>
        </p:nvSpPr>
        <p:spPr>
          <a:xfrm>
            <a:off x="6010500" y="933150"/>
            <a:ext cx="2670600" cy="373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16000" tIns="216000" rIns="216000" bIns="216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title" idx="5"/>
          </p:nvPr>
        </p:nvSpPr>
        <p:spPr>
          <a:xfrm>
            <a:off x="402400" y="4867275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 idx="6"/>
          </p:nvPr>
        </p:nvSpPr>
        <p:spPr>
          <a:xfrm>
            <a:off x="1194400" y="4867275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5874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">
  <p:cSld name="Conta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879626" y="2371700"/>
            <a:ext cx="36765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Encode Sans Expanded"/>
              <a:buNone/>
              <a:defRPr sz="2500" b="0">
                <a:solidFill>
                  <a:schemeClr val="lt1"/>
                </a:solidFill>
                <a:latin typeface="Encode Sans Expanded"/>
                <a:ea typeface="Encode Sans Expanded"/>
                <a:cs typeface="Encode Sans Expanded"/>
                <a:sym typeface="Encode Sans Expande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"/>
          </p:nvPr>
        </p:nvSpPr>
        <p:spPr>
          <a:xfrm>
            <a:off x="879616" y="3771644"/>
            <a:ext cx="3240000" cy="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solidFill>
                  <a:schemeClr val="lt1"/>
                </a:solidFill>
              </a:defRPr>
            </a:lvl4pPr>
            <a:lvl5pPr marL="2286000" lvl="4" indent="-27622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50"/>
              <a:buChar char="•"/>
              <a:defRPr sz="750">
                <a:solidFill>
                  <a:schemeClr val="lt1"/>
                </a:solidFill>
              </a:defRPr>
            </a:lvl5pPr>
            <a:lvl6pPr marL="2743200" lvl="5" indent="-27622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 sz="750"/>
            </a:lvl6pPr>
            <a:lvl7pPr marL="3200400" lvl="6" indent="-27622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 sz="750"/>
            </a:lvl7pPr>
            <a:lvl8pPr marL="3657600" lvl="7" indent="-27622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 sz="750"/>
            </a:lvl8pPr>
            <a:lvl9pPr marL="4114800" lvl="8" indent="-27622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 sz="750"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>
              <a:buNone/>
              <a:defRPr sz="1300">
                <a:solidFill>
                  <a:schemeClr val="lt1"/>
                </a:solidFill>
              </a:defRPr>
            </a:lvl1pPr>
            <a:lvl2pPr lvl="1">
              <a:buNone/>
              <a:defRPr sz="1300">
                <a:solidFill>
                  <a:schemeClr val="lt1"/>
                </a:solidFill>
              </a:defRPr>
            </a:lvl2pPr>
            <a:lvl3pPr lvl="2">
              <a:buNone/>
              <a:defRPr sz="1300">
                <a:solidFill>
                  <a:schemeClr val="lt1"/>
                </a:solidFill>
              </a:defRPr>
            </a:lvl3pPr>
            <a:lvl4pPr lvl="3">
              <a:buNone/>
              <a:defRPr sz="1300">
                <a:solidFill>
                  <a:schemeClr val="lt1"/>
                </a:solidFill>
              </a:defRPr>
            </a:lvl4pPr>
            <a:lvl5pPr lvl="4">
              <a:buNone/>
              <a:defRPr sz="1300">
                <a:solidFill>
                  <a:schemeClr val="lt1"/>
                </a:solidFill>
              </a:defRPr>
            </a:lvl5pPr>
            <a:lvl6pPr lvl="5">
              <a:buNone/>
              <a:defRPr sz="1300">
                <a:solidFill>
                  <a:schemeClr val="lt1"/>
                </a:solidFill>
              </a:defRPr>
            </a:lvl6pPr>
            <a:lvl7pPr lvl="6">
              <a:buNone/>
              <a:defRPr sz="1300">
                <a:solidFill>
                  <a:schemeClr val="lt1"/>
                </a:solidFill>
              </a:defRPr>
            </a:lvl7pPr>
            <a:lvl8pPr lvl="7">
              <a:buNone/>
              <a:defRPr sz="1300">
                <a:solidFill>
                  <a:schemeClr val="lt1"/>
                </a:solidFill>
              </a:defRPr>
            </a:lvl8pPr>
            <a:lvl9pPr lvl="8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5195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with a photo" userDrawn="1">
  <p:cSld name="Text with a phot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b="0"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402300" y="1978925"/>
            <a:ext cx="4154100" cy="26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400"/>
            </a:lvl1pPr>
            <a:lvl2pPr marL="914400" lvl="1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4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1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000"/>
            </a:lvl4pPr>
            <a:lvl5pPr marL="228600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500"/>
              <a:buChar char="•"/>
              <a:defRPr sz="10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77"/>
            <a:ext cx="7258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402350" y="334650"/>
            <a:ext cx="6379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title" idx="2"/>
          </p:nvPr>
        </p:nvSpPr>
        <p:spPr>
          <a:xfrm>
            <a:off x="402300" y="933350"/>
            <a:ext cx="4154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112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512" y="205981"/>
            <a:ext cx="8712968" cy="34954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fr-FR" sz="1500" dirty="0"/>
            </a:lvl1pPr>
          </a:lstStyle>
          <a:p>
            <a:pPr lvl="0"/>
            <a:r>
              <a:rPr lang="fr-FR"/>
              <a:t>MODIFIEZ LE TITRE DE LA PAGE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296865" y="555526"/>
            <a:ext cx="8595617" cy="0"/>
          </a:xfrm>
          <a:prstGeom prst="line">
            <a:avLst/>
          </a:prstGeom>
        </p:spPr>
      </p:cxnSp>
      <p:sp>
        <p:nvSpPr>
          <p:cNvPr id="9" name="Espace réservé du numéro de diapositive 1"/>
          <p:cNvSpPr>
            <a:spLocks noGrp="1"/>
          </p:cNvSpPr>
          <p:nvPr>
            <p:ph type="sldNum" sz="quarter" idx="14"/>
          </p:nvPr>
        </p:nvSpPr>
        <p:spPr>
          <a:xfrm>
            <a:off x="7045247" y="4731991"/>
            <a:ext cx="1919242" cy="288032"/>
          </a:xfrm>
        </p:spPr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‹N°›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space réservé du texte 2"/>
          <p:cNvSpPr>
            <a:spLocks noGrp="1"/>
          </p:cNvSpPr>
          <p:nvPr>
            <p:ph idx="1"/>
          </p:nvPr>
        </p:nvSpPr>
        <p:spPr>
          <a:xfrm>
            <a:off x="296866" y="771551"/>
            <a:ext cx="8523609" cy="36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16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5536-80A7-64A9-C306-1A5E9EF9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7B9E0-8127-296C-3113-0D4C6EF3D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188A5-98B2-25BC-EEA5-CB6D68EE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32155-3407-2E15-155D-197002CA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7E84C-5909-DA44-67C6-F59925ED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3651-E0F4-48E2-B293-34033C72C1D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36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with photo 1" userDrawn="1">
  <p:cSld name="Cover with phot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527799" y="4922100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45103" y="1207768"/>
            <a:ext cx="783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ncode Sans Expanded"/>
              <a:buNone/>
              <a:defRPr sz="3500" b="0" i="0" u="none" strike="noStrike" cap="none">
                <a:solidFill>
                  <a:schemeClr val="lt1"/>
                </a:solidFill>
                <a:latin typeface="Encode Sans Expanded"/>
                <a:ea typeface="Encode Sans Expanded"/>
                <a:cs typeface="Encode Sans Expanded"/>
                <a:sym typeface="Encode Sans Expand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 idx="3"/>
          </p:nvPr>
        </p:nvSpPr>
        <p:spPr>
          <a:xfrm>
            <a:off x="845100" y="4236375"/>
            <a:ext cx="47376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 i="0" u="none" strike="noStrike" cap="none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175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917" y="1568174"/>
            <a:ext cx="7830000" cy="1161000"/>
          </a:xfrm>
        </p:spPr>
        <p:txBody>
          <a:bodyPr anchor="b"/>
          <a:lstStyle>
            <a:lvl1pPr>
              <a:defRPr sz="3750" b="0">
                <a:solidFill>
                  <a:schemeClr val="bg1"/>
                </a:solidFill>
                <a:latin typeface="Encode Sans ExpandedLight" pitchFamily="2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917" y="2782014"/>
            <a:ext cx="7830000" cy="594000"/>
          </a:xfrm>
        </p:spPr>
        <p:txBody>
          <a:bodyPr/>
          <a:lstStyle>
            <a:lvl1pPr>
              <a:defRPr sz="2175" b="0">
                <a:solidFill>
                  <a:schemeClr val="bg1"/>
                </a:solidFill>
                <a:latin typeface="Encode Sans ExpandedLight" pitchFamily="2" charset="0"/>
              </a:defRPr>
            </a:lvl1pPr>
            <a:lvl2pPr>
              <a:defRPr sz="1875">
                <a:latin typeface="Encode Sans ExpandedLight" pitchFamily="2" charset="0"/>
              </a:defRPr>
            </a:lvl2pPr>
            <a:lvl3pPr>
              <a:defRPr sz="1875">
                <a:latin typeface="Encode Sans ExpandedLight" pitchFamily="2" charset="0"/>
              </a:defRPr>
            </a:lvl3pPr>
            <a:lvl4pPr>
              <a:defRPr sz="1875">
                <a:latin typeface="Encode Sans ExpandedLight" pitchFamily="2" charset="0"/>
              </a:defRPr>
            </a:lvl4pPr>
            <a:lvl5pPr>
              <a:defRPr sz="1875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5027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42" y="1080689"/>
            <a:ext cx="4104000" cy="1377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104" y="1080689"/>
            <a:ext cx="4104000" cy="1377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82204" y="2569369"/>
            <a:ext cx="8179596" cy="2187457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tx2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60681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00" y="1968300"/>
            <a:ext cx="810000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00" y="1151316"/>
            <a:ext cx="8100000" cy="648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0019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00" y="2195709"/>
            <a:ext cx="3996000" cy="2430000"/>
          </a:xfrm>
        </p:spPr>
        <p:txBody>
          <a:bodyPr/>
          <a:lstStyle>
            <a:lvl1pPr>
              <a:defRPr sz="1425"/>
            </a:lvl1pPr>
            <a:lvl2pPr>
              <a:defRPr sz="1425"/>
            </a:lvl2pPr>
            <a:lvl3pPr>
              <a:defRPr sz="1125"/>
            </a:lvl3pPr>
            <a:lvl4pPr>
              <a:defRPr sz="975"/>
            </a:lvl4pPr>
            <a:lvl5pPr>
              <a:defRPr sz="975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00" y="1226324"/>
            <a:ext cx="3996000" cy="918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572000" y="846307"/>
            <a:ext cx="4124528" cy="37794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tx2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320445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572000" y="846307"/>
            <a:ext cx="4124528" cy="37794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tx2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917" y="846307"/>
            <a:ext cx="4089083" cy="37794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402" y="2195709"/>
            <a:ext cx="3699000" cy="2160000"/>
          </a:xfrm>
        </p:spPr>
        <p:txBody>
          <a:bodyPr/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4106862" y="2644347"/>
            <a:ext cx="1125649" cy="215062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4220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82918" y="846307"/>
            <a:ext cx="4090500" cy="37794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tx2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100" y="846307"/>
            <a:ext cx="4125600" cy="37794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4106862" y="2644347"/>
            <a:ext cx="1125649" cy="215062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3201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917" y="846306"/>
            <a:ext cx="3969068" cy="37794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97652" y="2128838"/>
            <a:ext cx="3739601" cy="2370205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bg1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2016" y="846306"/>
            <a:ext cx="3969068" cy="37794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4806751" y="2128838"/>
            <a:ext cx="3739601" cy="2370205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bg1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858516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4740" y="846305"/>
            <a:ext cx="4096924" cy="3942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425"/>
            </a:lvl1pPr>
            <a:lvl2pPr>
              <a:defRPr sz="1275"/>
            </a:lvl2pPr>
            <a:lvl3pPr>
              <a:defRPr sz="1125"/>
            </a:lvl3pPr>
            <a:lvl4pPr>
              <a:defRPr sz="975"/>
            </a:lvl4pPr>
            <a:lvl5pPr>
              <a:defRPr sz="975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02300" y="1917617"/>
            <a:ext cx="3807000" cy="2727000"/>
          </a:xfrm>
          <a:noFill/>
        </p:spPr>
        <p:txBody>
          <a:bodyPr anchor="ctr"/>
          <a:lstStyle>
            <a:lvl1pPr algn="ctr">
              <a:defRPr sz="9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741071" y="1917617"/>
            <a:ext cx="3807000" cy="2727000"/>
          </a:xfrm>
          <a:noFill/>
        </p:spPr>
        <p:txBody>
          <a:bodyPr anchor="ctr"/>
          <a:lstStyle>
            <a:lvl1pPr algn="ctr">
              <a:defRPr sz="9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00" y="978550"/>
            <a:ext cx="3807000" cy="1280369"/>
          </a:xfrm>
        </p:spPr>
        <p:txBody>
          <a:bodyPr/>
          <a:lstStyle>
            <a:lvl1pPr>
              <a:defRPr sz="1425"/>
            </a:lvl1pPr>
            <a:lvl2pPr>
              <a:defRPr sz="1275"/>
            </a:lvl2pPr>
            <a:lvl3pPr>
              <a:defRPr sz="1125"/>
            </a:lvl3pPr>
            <a:lvl4pPr>
              <a:defRPr sz="975"/>
            </a:lvl4pPr>
            <a:lvl5pPr>
              <a:defRPr sz="975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665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02300" y="1917617"/>
            <a:ext cx="8289363" cy="2808000"/>
          </a:xfrm>
          <a:noFill/>
        </p:spPr>
        <p:txBody>
          <a:bodyPr anchor="ctr"/>
          <a:lstStyle>
            <a:lvl1pPr algn="ctr">
              <a:defRPr sz="9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00" y="1002870"/>
            <a:ext cx="8289363" cy="128036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911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02301" y="1917616"/>
            <a:ext cx="5264999" cy="2700104"/>
          </a:xfrm>
          <a:noFill/>
        </p:spPr>
        <p:txBody>
          <a:bodyPr anchor="ctr"/>
          <a:lstStyle>
            <a:lvl1pPr algn="ctr">
              <a:defRPr sz="9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299" y="1002870"/>
            <a:ext cx="5265000" cy="128036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38431" y="966051"/>
            <a:ext cx="2742654" cy="3651670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313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02301" y="1002870"/>
            <a:ext cx="4050000" cy="3614851"/>
          </a:xfrm>
          <a:noFill/>
        </p:spPr>
        <p:txBody>
          <a:bodyPr anchor="ctr"/>
          <a:lstStyle>
            <a:lvl1pPr algn="ctr">
              <a:defRPr sz="9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546" y="966051"/>
            <a:ext cx="4102824" cy="1725715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546" y="2892006"/>
            <a:ext cx="4102824" cy="1725715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068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00" y="1002870"/>
            <a:ext cx="8289363" cy="1280369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2667" y="2267314"/>
            <a:ext cx="2538000" cy="513000"/>
          </a:xfrm>
          <a:solidFill>
            <a:schemeClr val="tx2"/>
          </a:solidFill>
        </p:spPr>
        <p:txBody>
          <a:bodyPr anchor="ctr"/>
          <a:lstStyle>
            <a:lvl1pPr algn="ctr">
              <a:defRPr sz="30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2299" y="2976329"/>
            <a:ext cx="2618368" cy="1755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5E4DDE7-B2AD-4D6E-B1F1-1AA14E6F51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340505" y="2756861"/>
            <a:ext cx="822325" cy="15711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06830" y="2267314"/>
            <a:ext cx="2538000" cy="513000"/>
          </a:xfrm>
          <a:solidFill>
            <a:schemeClr val="tx2"/>
          </a:solidFill>
        </p:spPr>
        <p:txBody>
          <a:bodyPr anchor="ctr"/>
          <a:lstStyle>
            <a:lvl1pPr algn="ctr">
              <a:defRPr sz="30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6461" y="2976329"/>
            <a:ext cx="2618368" cy="1755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FF27A7E-9171-4670-8D42-A17E0C0B08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4164668" y="2756861"/>
            <a:ext cx="822325" cy="15711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0992" y="2267314"/>
            <a:ext cx="2538000" cy="513000"/>
          </a:xfrm>
          <a:solidFill>
            <a:schemeClr val="tx2"/>
          </a:solidFill>
        </p:spPr>
        <p:txBody>
          <a:bodyPr anchor="ctr"/>
          <a:lstStyle>
            <a:lvl1pPr algn="ctr">
              <a:defRPr sz="30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0624" y="2976329"/>
            <a:ext cx="2618368" cy="1755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A1E2C166-5791-40DB-903C-66BC65C0DD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6988830" y="2756861"/>
            <a:ext cx="822325" cy="15711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490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8D92F9C-9CF1-426A-9EA7-935D5427C4D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337387"/>
            <a:ext cx="7262446" cy="251973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63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125" b="1" cap="all" baseline="0">
                <a:solidFill>
                  <a:schemeClr val="bg1"/>
                </a:solidFill>
                <a:latin typeface="+mn-lt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‹N°›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301" y="1002869"/>
            <a:ext cx="5345357" cy="972000"/>
          </a:xfrm>
        </p:spPr>
        <p:txBody>
          <a:bodyPr/>
          <a:lstStyle>
            <a:lvl1pPr>
              <a:defRPr sz="1800"/>
            </a:lvl1pPr>
            <a:lvl2pPr>
              <a:buNone/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300" y="2018136"/>
            <a:ext cx="2646000" cy="2537536"/>
          </a:xfrm>
        </p:spPr>
        <p:txBody>
          <a:bodyPr/>
          <a:lstStyle>
            <a:lvl1pPr>
              <a:defRPr sz="1425"/>
            </a:lvl1pPr>
            <a:lvl2pPr>
              <a:defRPr sz="1425"/>
            </a:lvl2pPr>
            <a:lvl3pPr>
              <a:defRPr sz="1125"/>
            </a:lvl3pPr>
            <a:lvl4pPr>
              <a:defRPr sz="975"/>
            </a:lvl4pPr>
            <a:lvl5pPr>
              <a:defRPr sz="975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01657" y="2018136"/>
            <a:ext cx="2646000" cy="2537536"/>
          </a:xfrm>
        </p:spPr>
        <p:txBody>
          <a:bodyPr/>
          <a:lstStyle>
            <a:lvl1pPr>
              <a:defRPr sz="1425"/>
            </a:lvl1pPr>
            <a:lvl2pPr>
              <a:defRPr sz="1425"/>
            </a:lvl2pPr>
            <a:lvl3pPr>
              <a:defRPr sz="1125"/>
            </a:lvl3pPr>
            <a:lvl4pPr>
              <a:defRPr sz="975"/>
            </a:lvl4pPr>
            <a:lvl5pPr>
              <a:defRPr sz="975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38431" y="966051"/>
            <a:ext cx="2742654" cy="3651670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425">
                <a:solidFill>
                  <a:schemeClr val="bg1"/>
                </a:solidFill>
              </a:defRPr>
            </a:lvl1pPr>
            <a:lvl2pPr>
              <a:defRPr sz="1425">
                <a:solidFill>
                  <a:schemeClr val="bg1"/>
                </a:solidFill>
              </a:defRPr>
            </a:lvl2pPr>
            <a:lvl3pPr>
              <a:defRPr sz="1125">
                <a:solidFill>
                  <a:schemeClr val="bg1"/>
                </a:solidFill>
              </a:defRPr>
            </a:lvl3pPr>
            <a:lvl4pPr>
              <a:defRPr sz="975">
                <a:solidFill>
                  <a:schemeClr val="bg1"/>
                </a:solidFill>
              </a:defRPr>
            </a:lvl4pPr>
            <a:lvl5pPr>
              <a:defRPr sz="975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76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01D72-D317-48EB-8946-13EE8EFCE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617" y="2371708"/>
            <a:ext cx="3240000" cy="1350000"/>
          </a:xfrm>
        </p:spPr>
        <p:txBody>
          <a:bodyPr anchor="b"/>
          <a:lstStyle>
            <a:lvl1pPr>
              <a:defRPr sz="255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121B9EDF-81A4-4116-AE20-E6C846380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9617" y="3771644"/>
            <a:ext cx="3240000" cy="972000"/>
          </a:xfr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750">
                <a:solidFill>
                  <a:schemeClr val="bg1"/>
                </a:solidFill>
              </a:defRPr>
            </a:lvl2pPr>
            <a:lvl3pPr>
              <a:defRPr sz="750">
                <a:solidFill>
                  <a:schemeClr val="bg1"/>
                </a:solidFill>
              </a:defRPr>
            </a:lvl3pPr>
            <a:lvl4pPr>
              <a:defRPr sz="750">
                <a:solidFill>
                  <a:schemeClr val="bg1"/>
                </a:solidFill>
              </a:defRPr>
            </a:lvl4pPr>
            <a:lvl5pPr>
              <a:defRPr sz="7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8141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370C295F-F87C-4224-8CC1-055740470C1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" y="2569369"/>
            <a:ext cx="9143999" cy="2574130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900" b="0" cap="none" baseline="0">
                <a:solidFill>
                  <a:schemeClr val="tx2"/>
                </a:solidFill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094" y="1362056"/>
            <a:ext cx="7830000" cy="945000"/>
          </a:xfrm>
        </p:spPr>
        <p:txBody>
          <a:bodyPr anchor="t"/>
          <a:lstStyle>
            <a:lvl1pPr algn="l">
              <a:lnSpc>
                <a:spcPct val="90000"/>
              </a:lnSpc>
              <a:defRPr sz="28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59764E17-B98C-4383-8370-2690754AADC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59382" y="4351671"/>
            <a:ext cx="2160000" cy="351000"/>
          </a:xfrm>
        </p:spPr>
        <p:txBody>
          <a:bodyPr anchor="t"/>
          <a:lstStyle>
            <a:lvl1pPr>
              <a:defRPr lang="fr-FR" sz="1875" b="0" kern="1200" cap="all" baseline="0" noProof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endParaRPr lang="en-US" noProof="0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E74E8C3D-024A-4ED6-AA2A-C1034A8F4A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201" y="4922100"/>
            <a:ext cx="3060000" cy="16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26DEE05B-3704-4A91-B3BE-6D9306C267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27799" y="4922100"/>
            <a:ext cx="540000" cy="16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E7EA58A-C319-4F80-9E54-D658719F8C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589" y="2343991"/>
            <a:ext cx="1297068" cy="247813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4815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512" y="205981"/>
            <a:ext cx="8712968" cy="34954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fr-FR" sz="1500" dirty="0"/>
            </a:lvl1pPr>
          </a:lstStyle>
          <a:p>
            <a:pPr lvl="0"/>
            <a:r>
              <a:rPr lang="fr-FR"/>
              <a:t>MODIFIEZ LE TITRE DE LA PAGE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296865" y="555526"/>
            <a:ext cx="8595617" cy="0"/>
          </a:xfrm>
          <a:prstGeom prst="line">
            <a:avLst/>
          </a:prstGeom>
        </p:spPr>
      </p:cxnSp>
      <p:sp>
        <p:nvSpPr>
          <p:cNvPr id="9" name="Espace réservé du numéro de diapositive 1"/>
          <p:cNvSpPr>
            <a:spLocks noGrp="1"/>
          </p:cNvSpPr>
          <p:nvPr>
            <p:ph type="sldNum" sz="quarter" idx="14"/>
          </p:nvPr>
        </p:nvSpPr>
        <p:spPr>
          <a:xfrm>
            <a:off x="7045247" y="4731991"/>
            <a:ext cx="1919242" cy="288032"/>
          </a:xfrm>
        </p:spPr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‹N°›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Espace réservé du texte 2"/>
          <p:cNvSpPr>
            <a:spLocks noGrp="1"/>
          </p:cNvSpPr>
          <p:nvPr>
            <p:ph idx="1"/>
          </p:nvPr>
        </p:nvSpPr>
        <p:spPr>
          <a:xfrm>
            <a:off x="296866" y="771551"/>
            <a:ext cx="8523609" cy="36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9826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1"/>
          <p:cNvSpPr>
            <a:spLocks noGrp="1"/>
          </p:cNvSpPr>
          <p:nvPr>
            <p:ph type="sldNum" sz="quarter" idx="14"/>
          </p:nvPr>
        </p:nvSpPr>
        <p:spPr>
          <a:xfrm>
            <a:off x="8501974" y="4731990"/>
            <a:ext cx="462514" cy="288032"/>
          </a:xfrm>
        </p:spPr>
        <p:txBody>
          <a:bodyPr/>
          <a:lstStyle/>
          <a:p>
            <a:fld id="{0F93E2AF-52FA-49AE-99E6-1B1ECCFCF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0434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179512" y="205979"/>
            <a:ext cx="8712968" cy="34954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MODIFIEZ LE TITRE DE LA PAGE</a:t>
            </a:r>
          </a:p>
        </p:txBody>
      </p:sp>
      <p:sp>
        <p:nvSpPr>
          <p:cNvPr id="10" name="Espace réservé du numéro de diapositive 1"/>
          <p:cNvSpPr>
            <a:spLocks noGrp="1"/>
          </p:cNvSpPr>
          <p:nvPr>
            <p:ph type="sldNum" sz="quarter" idx="14"/>
          </p:nvPr>
        </p:nvSpPr>
        <p:spPr>
          <a:xfrm>
            <a:off x="8460432" y="4731990"/>
            <a:ext cx="504056" cy="288032"/>
          </a:xfrm>
        </p:spPr>
        <p:txBody>
          <a:bodyPr/>
          <a:lstStyle/>
          <a:p>
            <a:fld id="{0F93E2AF-52FA-49AE-99E6-1B1ECCFCF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1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image" Target="../media/image6.jpe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65978" y="1549643"/>
            <a:ext cx="783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ncode Sans Expanded Light"/>
              <a:buNone/>
              <a:defRPr sz="3500" i="0" u="none" strike="noStrike" cap="none">
                <a:solidFill>
                  <a:schemeClr val="lt1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Encode Sans Expanded Light"/>
              <a:buNone/>
              <a:defRPr sz="3500"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65978" y="2629661"/>
            <a:ext cx="7830000" cy="18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Encode Sans Expanded Light"/>
              <a:buNone/>
              <a:defRPr sz="1900" i="0" u="none" strike="noStrike" cap="none">
                <a:solidFill>
                  <a:schemeClr val="lt1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1pPr>
            <a:lvl2pPr marL="914400" marR="0" lvl="1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Encode Sans Expanded Light"/>
              <a:buChar char="•"/>
              <a:defRPr sz="1900" i="0" u="none" strike="noStrike" cap="none">
                <a:solidFill>
                  <a:schemeClr val="lt1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2pPr>
            <a:lvl3pPr marL="1371600" marR="0" lvl="2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Encode Sans Expanded Light"/>
              <a:buNone/>
              <a:defRPr sz="1900" i="0" u="none" strike="noStrike" cap="none">
                <a:solidFill>
                  <a:schemeClr val="lt1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3pPr>
            <a:lvl4pPr marL="1828800" marR="0" lvl="3" indent="-3492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Encode Sans Expanded Light"/>
              <a:buChar char="•"/>
              <a:defRPr sz="1900" i="0" u="none" strike="noStrike" cap="none">
                <a:solidFill>
                  <a:schemeClr val="lt1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4pPr>
            <a:lvl5pPr marL="2286000" marR="0" lvl="4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Encode Sans Expanded Light"/>
              <a:buNone/>
              <a:defRPr sz="1900" i="0" u="none" strike="noStrike" cap="none">
                <a:solidFill>
                  <a:schemeClr val="lt1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5pPr>
            <a:lvl6pPr marL="2743200" marR="0" lvl="5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Char char="•"/>
              <a:defRPr sz="190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6pPr>
            <a:lvl7pPr marL="3200400" marR="0" lvl="6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Char char="•"/>
              <a:defRPr sz="190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7pPr>
            <a:lvl8pPr marL="3657600" marR="0" lvl="7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Char char="•"/>
              <a:defRPr sz="190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8pPr>
            <a:lvl9pPr marL="4114800" marR="0" lvl="8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Char char="•"/>
              <a:defRPr sz="190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74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08800" y="1151325"/>
            <a:ext cx="8366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Encode Sans"/>
              <a:buNone/>
              <a:defRPr sz="26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08800" y="1968575"/>
            <a:ext cx="83661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None/>
              <a:defRPr sz="12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Encode Sans"/>
              <a:buNone/>
              <a:defRPr sz="12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409575" y="4867276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1201580" y="4867276"/>
            <a:ext cx="360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356879" y="316812"/>
            <a:ext cx="1418025" cy="3004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0823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8" r:id="rId15"/>
    <p:sldLayoutId id="2147483722" r:id="rId16"/>
    <p:sldLayoutId id="2147483746" r:id="rId17"/>
    <p:sldLayoutId id="2147483747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3">
          <p15:clr>
            <a:srgbClr val="EA4335"/>
          </p15:clr>
        </p15:guide>
        <p15:guide id="2" pos="1999">
          <p15:clr>
            <a:srgbClr val="EA4335"/>
          </p15:clr>
        </p15:guide>
        <p15:guide id="3" pos="2870">
          <p15:clr>
            <a:srgbClr val="EA4335"/>
          </p15:clr>
        </p15:guide>
        <p15:guide id="4" pos="2045">
          <p15:clr>
            <a:srgbClr val="EA4335"/>
          </p15:clr>
        </p15:guide>
        <p15:guide id="5" pos="3786">
          <p15:clr>
            <a:srgbClr val="EA4335"/>
          </p15:clr>
        </p15:guide>
        <p15:guide id="6" pos="5527">
          <p15:clr>
            <a:srgbClr val="EA4335"/>
          </p15:clr>
        </p15:guide>
        <p15:guide id="7" pos="3741">
          <p15:clr>
            <a:srgbClr val="EA4335"/>
          </p15:clr>
        </p15:guide>
        <p15:guide id="8" orient="horz" pos="373">
          <p15:clr>
            <a:srgbClr val="EA4335"/>
          </p15:clr>
        </p15:guide>
        <p15:guide id="9" orient="horz" pos="588">
          <p15:clr>
            <a:srgbClr val="EA4335"/>
          </p15:clr>
        </p15:guide>
        <p15:guide id="10" orient="horz" pos="3066">
          <p15:clr>
            <a:srgbClr val="EA4335"/>
          </p15:clr>
        </p15:guide>
        <p15:guide id="11" orient="horz" pos="3168">
          <p15:clr>
            <a:srgbClr val="EA4335"/>
          </p15:clr>
        </p15:guide>
        <p15:guide id="12" pos="2915">
          <p15:clr>
            <a:srgbClr val="EA4335"/>
          </p15:clr>
        </p15:guide>
        <p15:guide id="13" orient="horz" pos="2941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2988A7E5-E87A-40C8-853C-5046AFC26B3D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6992" y="260748"/>
            <a:ext cx="1418035" cy="412551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11" y="1151316"/>
            <a:ext cx="8100000" cy="64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811" y="1968578"/>
            <a:ext cx="8100000" cy="27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9575" y="4867276"/>
            <a:ext cx="792000" cy="1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675" b="0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280" y="4867276"/>
            <a:ext cx="3600000" cy="1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675" b="0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4906" y="4867276"/>
            <a:ext cx="540000" cy="1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675" b="0">
                <a:solidFill>
                  <a:schemeClr val="tx2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‹N°›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380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hf hdr="0" ftr="0" dt="0"/>
  <p:txStyles>
    <p:titleStyle>
      <a:lvl1pPr algn="l" defTabSz="514350" rtl="0" eaLnBrk="1" latinLnBrk="0" hangingPunct="1">
        <a:lnSpc>
          <a:spcPct val="95000"/>
        </a:lnSpc>
        <a:spcBef>
          <a:spcPct val="0"/>
        </a:spcBef>
        <a:buNone/>
        <a:defRPr sz="1950" b="1" kern="1200" cap="all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51435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2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514350" rtl="0" eaLnBrk="1" latinLnBrk="0" hangingPunct="1">
        <a:lnSpc>
          <a:spcPct val="105000"/>
        </a:lnSpc>
        <a:spcBef>
          <a:spcPts val="52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62000" indent="0" algn="l" defTabSz="514350" rtl="0" eaLnBrk="1" latinLnBrk="0" hangingPunct="1">
        <a:lnSpc>
          <a:spcPct val="105000"/>
        </a:lnSpc>
        <a:spcBef>
          <a:spcPts val="525"/>
        </a:spcBef>
        <a:buSzPct val="120000"/>
        <a:buFont typeface="Encode Sans" pitchFamily="2" charset="0"/>
        <a:buNone/>
        <a:defRPr sz="9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162000" indent="0" algn="l" defTabSz="514350" rtl="0" eaLnBrk="1" latinLnBrk="0" hangingPunct="1">
        <a:lnSpc>
          <a:spcPct val="105000"/>
        </a:lnSpc>
        <a:spcBef>
          <a:spcPts val="300"/>
        </a:spcBef>
        <a:buFont typeface="Encode Sans" pitchFamily="2" charset="0"/>
        <a:buNone/>
        <a:defRPr sz="9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270000" indent="-108000" algn="l" defTabSz="514350" rtl="0" eaLnBrk="1" latinLnBrk="0" hangingPunct="1">
        <a:lnSpc>
          <a:spcPct val="105000"/>
        </a:lnSpc>
        <a:spcBef>
          <a:spcPts val="300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Databricks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muta.com/guides/blueprints/how-to-implement-databricks-data-masking-across-platforms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svg"/><Relationship Id="rId11" Type="http://schemas.openxmlformats.org/officeDocument/2006/relationships/image" Target="../media/image27.jpe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44.sv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muta.com/guides/blueprints/how-to-implement-databricks-data-masking-across-platforms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svg"/><Relationship Id="rId5" Type="http://schemas.openxmlformats.org/officeDocument/2006/relationships/image" Target="../media/image23.png"/><Relationship Id="rId4" Type="http://schemas.openxmlformats.org/officeDocument/2006/relationships/image" Target="../media/image4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svg"/><Relationship Id="rId9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845103" y="1438508"/>
            <a:ext cx="7830000" cy="1080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Encode Sans Expanded Light"/>
                <a:ea typeface="Encode Sans Expanded Light"/>
                <a:cs typeface="Encode Sans Expanded Light"/>
                <a:sym typeface="Encode Sans Expanded Light"/>
              </a:rPr>
              <a:t>AI Verbatim Classification</a:t>
            </a:r>
            <a:br>
              <a:rPr lang="en-US" sz="2900">
                <a:latin typeface="Encode Sans Expanded Light"/>
                <a:ea typeface="Encode Sans Expanded Light"/>
                <a:cs typeface="Encode Sans Expanded Light"/>
                <a:sym typeface="Encode Sans Expanded Light"/>
              </a:rPr>
            </a:br>
            <a:endParaRPr sz="2000">
              <a:latin typeface="Encode Sans Expanded Light"/>
              <a:sym typeface="Encode Sans Expanded Light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90836"/>
            <a:ext cx="9144000" cy="2596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8003" y="2268736"/>
            <a:ext cx="1687997" cy="3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0;p27">
            <a:extLst>
              <a:ext uri="{FF2B5EF4-FFF2-40B4-BE49-F238E27FC236}">
                <a16:creationId xmlns:a16="http://schemas.microsoft.com/office/drawing/2014/main" id="{65334BFB-5F7D-4E86-9D9E-567B41F0EFB8}"/>
              </a:ext>
            </a:extLst>
          </p:cNvPr>
          <p:cNvSpPr txBox="1">
            <a:spLocks/>
          </p:cNvSpPr>
          <p:nvPr/>
        </p:nvSpPr>
        <p:spPr>
          <a:xfrm>
            <a:off x="7602793" y="4621200"/>
            <a:ext cx="2772697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9pPr>
          </a:lstStyle>
          <a:p>
            <a:r>
              <a:rPr lang="fr-FR" sz="800"/>
              <a:t>FAB LAB ATC</a:t>
            </a:r>
          </a:p>
          <a:p>
            <a:r>
              <a:rPr lang="fr-FR" sz="800"/>
              <a:t>2025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FCF625B-A543-F80E-368B-AE0A4A0499EF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7227750" y="4426398"/>
            <a:ext cx="1687997" cy="522300"/>
          </a:xfrm>
        </p:spPr>
        <p:txBody>
          <a:bodyPr/>
          <a:lstStyle/>
          <a:p>
            <a:pPr algn="ctr"/>
            <a:r>
              <a:rPr lang="fr-FR" sz="800" b="0" i="0">
                <a:effectLst/>
                <a:latin typeface="Segoe UI" panose="020B0502040204020203" pitchFamily="34" charset="0"/>
              </a:rPr>
              <a:t>PDT/AIDA/DAFE/DMST</a:t>
            </a:r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570F677-B238-A9FD-C641-5AA0C22F3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7C0EE03D-77F3-F6F8-C028-CF3073515D7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" y="2569369"/>
            <a:ext cx="9143999" cy="257413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45094" y="1362056"/>
            <a:ext cx="7830000" cy="945000"/>
          </a:xfrm>
        </p:spPr>
        <p:txBody>
          <a:bodyPr anchor="t">
            <a:normAutofit/>
          </a:bodyPr>
          <a:lstStyle/>
          <a:p>
            <a:pPr algn="ctr"/>
            <a:r>
              <a:rPr lang="fr-FR"/>
              <a:t> Focus on QFS PRS</a:t>
            </a:r>
            <a:br>
              <a:rPr lang="fr-FR"/>
            </a:br>
            <a:r>
              <a:rPr lang="fr-FR"/>
              <a:t>classification </a:t>
            </a:r>
            <a:r>
              <a:rPr lang="fr-FR" err="1"/>
              <a:t>with</a:t>
            </a:r>
            <a:r>
              <a:rPr lang="fr-FR"/>
              <a:t> LLM</a:t>
            </a:r>
            <a:endParaRPr lang="fr-FR" b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C442031-AE13-DF0C-5601-E317F87A2F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53589" y="2343991"/>
            <a:ext cx="1297068" cy="24781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8" descr="&#10;">
            <a:extLst>
              <a:ext uri="{FF2B5EF4-FFF2-40B4-BE49-F238E27FC236}">
                <a16:creationId xmlns:a16="http://schemas.microsoft.com/office/drawing/2014/main" id="{1781213D-2EED-376E-7462-E6AFEED90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193" y="2761928"/>
            <a:ext cx="4278277" cy="209139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3C530E-347E-6C17-8429-27ABFEEBE3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0823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2CE6E-295B-0D78-E035-FDB7D8743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1900082"/>
            <a:ext cx="5614416" cy="2515107"/>
          </a:xfrm>
        </p:spPr>
        <p:txBody>
          <a:bodyPr anchor="t">
            <a:normAutofit/>
          </a:bodyPr>
          <a:lstStyle/>
          <a:p>
            <a:pPr marL="457189" indent="-228594">
              <a:lnSpc>
                <a:spcPct val="150000"/>
              </a:lnSpc>
              <a:buSzPts val="1400"/>
            </a:pPr>
            <a:r>
              <a:rPr lang="en-US" b="0" dirty="0"/>
              <a:t>Context &amp; Problem Statement </a:t>
            </a:r>
          </a:p>
          <a:p>
            <a:pPr marL="457189" indent="-228594">
              <a:lnSpc>
                <a:spcPct val="150000"/>
              </a:lnSpc>
              <a:buSzPts val="1400"/>
            </a:pPr>
            <a:r>
              <a:rPr lang="fr-FR" b="0" dirty="0"/>
              <a:t>Classification </a:t>
            </a:r>
            <a:r>
              <a:rPr lang="en-US" b="0" dirty="0"/>
              <a:t>Projects</a:t>
            </a:r>
            <a:r>
              <a:rPr lang="fr-FR" b="0" dirty="0"/>
              <a:t> and </a:t>
            </a:r>
            <a:r>
              <a:rPr lang="en-US" b="0" dirty="0"/>
              <a:t>Deliverables</a:t>
            </a:r>
          </a:p>
          <a:p>
            <a:pPr marL="457189" indent="-228594">
              <a:lnSpc>
                <a:spcPct val="150000"/>
              </a:lnSpc>
              <a:buSzPts val="1400"/>
            </a:pPr>
            <a:r>
              <a:rPr lang="en-US" b="0" dirty="0"/>
              <a:t>Classification with ML Program</a:t>
            </a:r>
          </a:p>
          <a:p>
            <a:pPr marL="457189" indent="-228594">
              <a:lnSpc>
                <a:spcPct val="150000"/>
              </a:lnSpc>
              <a:buSzPts val="1400"/>
            </a:pPr>
            <a:r>
              <a:rPr lang="en-US" b="0" dirty="0"/>
              <a:t>Classification with LLM (Large Language Model)</a:t>
            </a:r>
          </a:p>
          <a:p>
            <a:pPr marL="457189" indent="-228594">
              <a:lnSpc>
                <a:spcPct val="150000"/>
              </a:lnSpc>
              <a:buSzPts val="1400"/>
            </a:pPr>
            <a:r>
              <a:rPr lang="en-US" b="0" dirty="0"/>
              <a:t>Results &amp; Next Steps</a:t>
            </a:r>
          </a:p>
          <a:p>
            <a:pPr marL="0" indent="0"/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E730C949-24D5-CC5E-3019-0B799D53C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DF29F1-4DEF-202D-8474-1C5EB32E3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4" y="340603"/>
            <a:ext cx="7108552" cy="256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F07AB9-0A2B-B0F3-925A-8151265B1927}"/>
              </a:ext>
            </a:extLst>
          </p:cNvPr>
          <p:cNvSpPr txBox="1"/>
          <p:nvPr/>
        </p:nvSpPr>
        <p:spPr>
          <a:xfrm>
            <a:off x="325828" y="335047"/>
            <a:ext cx="1560576" cy="2616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685800">
              <a:buClr>
                <a:srgbClr val="FFFFFF"/>
              </a:buClr>
              <a:buSzPts val="1100"/>
              <a:buFont typeface="Encode Sans"/>
              <a:buNone/>
              <a:defRPr sz="1200" b="1" cap="all">
                <a:solidFill>
                  <a:schemeClr val="bg1"/>
                </a:solidFill>
                <a:ea typeface="+mj-ea"/>
                <a:cs typeface="+mj-cs"/>
                <a:sym typeface="Encode Sans"/>
              </a:defRPr>
            </a:lvl1pPr>
            <a:lvl2pPr>
              <a:buSzPts val="2000"/>
              <a:buNone/>
              <a:defRPr sz="2000"/>
            </a:lvl2pPr>
            <a:lvl3pPr>
              <a:buSzPts val="2000"/>
              <a:buNone/>
              <a:defRPr sz="2000"/>
            </a:lvl3pPr>
            <a:lvl4pPr>
              <a:buSzPts val="2000"/>
              <a:buNone/>
              <a:defRPr sz="2000"/>
            </a:lvl4pPr>
            <a:lvl5pPr>
              <a:buSzPts val="2000"/>
              <a:buNone/>
              <a:defRPr sz="2000"/>
            </a:lvl5pPr>
            <a:lvl6pPr>
              <a:buSzPts val="2000"/>
              <a:buNone/>
              <a:defRPr sz="2000"/>
            </a:lvl6pPr>
            <a:lvl7pPr>
              <a:buSzPts val="2000"/>
              <a:buNone/>
              <a:defRPr sz="2000"/>
            </a:lvl7pPr>
            <a:lvl8pPr>
              <a:buSzPts val="2000"/>
              <a:buNone/>
              <a:defRPr sz="2000"/>
            </a:lvl8pPr>
            <a:lvl9pPr>
              <a:buSzPts val="2000"/>
              <a:buNone/>
              <a:defRPr sz="2000"/>
            </a:lvl9pPr>
          </a:lstStyle>
          <a:p>
            <a:r>
              <a:rPr lang="fr-FR"/>
              <a:t>PLAN</a:t>
            </a:r>
            <a:endParaRPr 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BC4BFCD-53B9-329A-4FF6-E6B99D33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3651-E0F4-48E2-B293-34033C72C1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8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711C0B-5FF8-4DB3-99D3-5AFB9BC49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221" y="1094972"/>
            <a:ext cx="8719557" cy="3294294"/>
          </a:xfrm>
        </p:spPr>
        <p:txBody>
          <a:bodyPr/>
          <a:lstStyle/>
          <a:p>
            <a:pPr marL="0" indent="0">
              <a:spcBef>
                <a:spcPts val="600"/>
              </a:spcBef>
            </a:pPr>
            <a:endParaRPr lang="en-US" sz="1200" b="0"/>
          </a:p>
          <a:p>
            <a:pPr marL="0" indent="0">
              <a:spcBef>
                <a:spcPts val="600"/>
              </a:spcBef>
            </a:pPr>
            <a:r>
              <a:rPr lang="en-US" sz="1200" b="0">
                <a:solidFill>
                  <a:srgbClr val="002060"/>
                </a:solidFill>
                <a:latin typeface="Encode Sans" pitchFamily="2" charset="0"/>
              </a:rPr>
              <a:t>The verbatims from QFS (Quality Feedback Survey) are manually analyzed and classified, with dependency on entity processing.</a:t>
            </a:r>
          </a:p>
          <a:p>
            <a:pPr marL="171450" indent="-1714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200" b="0">
                <a:solidFill>
                  <a:srgbClr val="002060"/>
                </a:solidFill>
                <a:latin typeface="Encode Sans" pitchFamily="2" charset="0"/>
              </a:rPr>
              <a:t>   Identification of the real component impacted.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0">
                <a:solidFill>
                  <a:srgbClr val="002060"/>
                </a:solidFill>
                <a:latin typeface="Encode Sans" pitchFamily="2" charset="0"/>
              </a:rPr>
              <a:t>Complaints categorization by main problems.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0">
                <a:solidFill>
                  <a:srgbClr val="002060"/>
                </a:solidFill>
                <a:latin typeface="Encode Sans" pitchFamily="2" charset="0"/>
              </a:rPr>
              <a:t>More </a:t>
            </a:r>
            <a:r>
              <a:rPr lang="en-US" sz="1200" b="0" i="0">
                <a:solidFill>
                  <a:srgbClr val="002060"/>
                </a:solidFill>
                <a:effectLst/>
                <a:latin typeface="Encode Sans" pitchFamily="2" charset="0"/>
              </a:rPr>
              <a:t>than 10 000 customer verbatims to classify 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0">
                <a:solidFill>
                  <a:srgbClr val="002060"/>
                </a:solidFill>
                <a:latin typeface="Encode Sans" pitchFamily="2" charset="0"/>
              </a:rPr>
              <a:t>Lot of categories and subcategories of vehicle function to identify.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0" i="0">
                <a:solidFill>
                  <a:srgbClr val="002060"/>
                </a:solidFill>
                <a:effectLst/>
                <a:latin typeface="Encode Sans" pitchFamily="2" charset="0"/>
              </a:rPr>
              <a:t>New data every </a:t>
            </a:r>
            <a:r>
              <a:rPr lang="en-US" sz="1200" b="0">
                <a:solidFill>
                  <a:srgbClr val="002060"/>
                </a:solidFill>
                <a:latin typeface="Encode Sans" pitchFamily="2" charset="0"/>
              </a:rPr>
              <a:t>month.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5C69F-C209-4F6B-AA50-7022217F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65" y="308771"/>
            <a:ext cx="6379500" cy="257100"/>
          </a:xfrm>
          <a:noFill/>
          <a:ln>
            <a:noFill/>
          </a:ln>
        </p:spPr>
        <p:txBody>
          <a:bodyPr spcFirstLastPara="1" vert="horz" wrap="square" lIns="68575" tIns="34275" rIns="68575" bIns="34275" rtlCol="0" anchor="ctr" anchorCtr="0">
            <a:noAutofit/>
          </a:bodyPr>
          <a:lstStyle/>
          <a:p>
            <a:pPr defTabSz="685800"/>
            <a:r>
              <a:rPr lang="en-US" sz="1200" cap="all">
                <a:solidFill>
                  <a:schemeClr val="bg1"/>
                </a:solidFill>
                <a:latin typeface="Arial"/>
                <a:ea typeface="+mj-ea"/>
                <a:cs typeface="+mj-cs"/>
              </a:rPr>
              <a:t>Context &amp; Problem Statement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7FDEE4-B6BA-7855-427C-AB61A9256F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 b="0"/>
          </a:p>
        </p:txBody>
      </p:sp>
    </p:spTree>
    <p:extLst>
      <p:ext uri="{BB962C8B-B14F-4D97-AF65-F5344CB8AC3E}">
        <p14:creationId xmlns:p14="http://schemas.microsoft.com/office/powerpoint/2010/main" val="217700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5C69F-C209-4F6B-AA50-7022217F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65" y="324011"/>
            <a:ext cx="6379500" cy="257100"/>
          </a:xfrm>
          <a:noFill/>
          <a:ln>
            <a:noFill/>
          </a:ln>
        </p:spPr>
        <p:txBody>
          <a:bodyPr spcFirstLastPara="1" vert="horz" wrap="square" lIns="68575" tIns="34275" rIns="68575" bIns="34275" rtlCol="0" anchor="ctr" anchorCtr="0">
            <a:noAutofit/>
          </a:bodyPr>
          <a:lstStyle/>
          <a:p>
            <a:pPr defTabSz="685800"/>
            <a:r>
              <a:rPr lang="en-US" sz="1200" cap="all">
                <a:solidFill>
                  <a:schemeClr val="bg1"/>
                </a:solidFill>
                <a:latin typeface="Arial"/>
                <a:ea typeface="+mj-ea"/>
                <a:cs typeface="+mj-cs"/>
              </a:rPr>
              <a:t>Context &amp; Problem Statement </a:t>
            </a:r>
          </a:p>
        </p:txBody>
      </p:sp>
      <p:pic>
        <p:nvPicPr>
          <p:cNvPr id="6" name="Graphic 220">
            <a:extLst>
              <a:ext uri="{FF2B5EF4-FFF2-40B4-BE49-F238E27FC236}">
                <a16:creationId xmlns:a16="http://schemas.microsoft.com/office/drawing/2014/main" id="{F4393799-4E02-63D7-2721-519D5FE0530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93938" y="4621036"/>
            <a:ext cx="954990" cy="281610"/>
          </a:xfrm>
          <a:prstGeom prst="rect">
            <a:avLst/>
          </a:prstGeom>
          <a:ln w="0">
            <a:noFill/>
          </a:ln>
        </p:spPr>
      </p:pic>
      <p:pic>
        <p:nvPicPr>
          <p:cNvPr id="7" name="Picture 2" descr="Icône Apache, spark, logo Gratuit de Vector Logo">
            <a:extLst>
              <a:ext uri="{FF2B5EF4-FFF2-40B4-BE49-F238E27FC236}">
                <a16:creationId xmlns:a16="http://schemas.microsoft.com/office/drawing/2014/main" id="{3155F9DA-E39C-3653-C291-A6519713B9F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548928" y="4488466"/>
            <a:ext cx="828900" cy="414180"/>
          </a:xfrm>
          <a:prstGeom prst="rect">
            <a:avLst/>
          </a:prstGeom>
          <a:ln w="0">
            <a:noFill/>
          </a:ln>
        </p:spPr>
      </p:pic>
      <p:sp>
        <p:nvSpPr>
          <p:cNvPr id="8" name="ZoneTexte 50">
            <a:extLst>
              <a:ext uri="{FF2B5EF4-FFF2-40B4-BE49-F238E27FC236}">
                <a16:creationId xmlns:a16="http://schemas.microsoft.com/office/drawing/2014/main" id="{8B22662A-6A10-3E71-13B6-CAC76DFDE017}"/>
              </a:ext>
            </a:extLst>
          </p:cNvPr>
          <p:cNvSpPr/>
          <p:nvPr/>
        </p:nvSpPr>
        <p:spPr>
          <a:xfrm>
            <a:off x="55620" y="3607421"/>
            <a:ext cx="1219590" cy="2297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t">
            <a:spAutoFit/>
          </a:bodyPr>
          <a:lstStyle/>
          <a:p>
            <a:pPr>
              <a:spcBef>
                <a:spcPts val="300"/>
              </a:spcBef>
              <a:spcAft>
                <a:spcPts val="225"/>
              </a:spcAft>
            </a:pPr>
            <a:r>
              <a:rPr lang="fr-FR" sz="1050" b="1" spc="-1">
                <a:solidFill>
                  <a:srgbClr val="0F999C"/>
                </a:solidFill>
                <a:latin typeface="Verdana"/>
              </a:rPr>
              <a:t>Tools :</a:t>
            </a:r>
          </a:p>
        </p:txBody>
      </p:sp>
      <p:sp>
        <p:nvSpPr>
          <p:cNvPr id="9" name="Round Same Side Corner Rectangle 80">
            <a:extLst>
              <a:ext uri="{FF2B5EF4-FFF2-40B4-BE49-F238E27FC236}">
                <a16:creationId xmlns:a16="http://schemas.microsoft.com/office/drawing/2014/main" id="{C6768DB3-8FA1-7A97-DCB5-87C1787AB8FC}"/>
              </a:ext>
            </a:extLst>
          </p:cNvPr>
          <p:cNvSpPr/>
          <p:nvPr/>
        </p:nvSpPr>
        <p:spPr>
          <a:xfrm>
            <a:off x="4007978" y="1030497"/>
            <a:ext cx="5041068" cy="2311876"/>
          </a:xfrm>
          <a:prstGeom prst="round2SameRect">
            <a:avLst>
              <a:gd name="adj1" fmla="val 8843"/>
              <a:gd name="adj2" fmla="val 0"/>
            </a:avLst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580" tIns="68580" rIns="68580" bIns="68580" anchor="t">
            <a:noAutofit/>
          </a:bodyPr>
          <a:lstStyle/>
          <a:p>
            <a:pPr>
              <a:spcBef>
                <a:spcPts val="300"/>
              </a:spcBef>
              <a:spcAft>
                <a:spcPts val="225"/>
              </a:spcAft>
            </a:pPr>
            <a:r>
              <a:rPr lang="en-US" sz="1050" b="1" spc="-1">
                <a:solidFill>
                  <a:srgbClr val="0F999C"/>
                </a:solidFill>
                <a:latin typeface="Verdana"/>
                <a:ea typeface="DejaVu Sans"/>
              </a:rPr>
              <a:t>APPROACH:</a:t>
            </a:r>
          </a:p>
          <a:p>
            <a:pPr marL="128588" indent="-128588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</a:t>
            </a:r>
            <a:r>
              <a:rPr lang="en-US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customer survey responses for consistency</a:t>
            </a: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fr-FR" altLang="ar-SA" sz="1050" spc="-1">
              <a:solidFill>
                <a:srgbClr val="18181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Categorize feedback into </a:t>
            </a:r>
            <a:r>
              <a:rPr lang="en-US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</a:t>
            </a: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</a:t>
            </a: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fr-FR" altLang="ar-SA" sz="1050" spc="-1">
              <a:solidFill>
                <a:srgbClr val="18181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similar topics and eliminate duplicates. </a:t>
            </a:r>
            <a:endParaRPr lang="fr-FR" altLang="ar-SA" sz="1050" spc="-1">
              <a:solidFill>
                <a:srgbClr val="18181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generative AI to match feedback to the most relevant topics based on context. </a:t>
            </a:r>
            <a:endParaRPr lang="fr-FR" altLang="ar-SA" sz="1050" spc="-1">
              <a:solidFill>
                <a:srgbClr val="18181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ar-SA" altLang="ar-SA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Continuously update the topic list and create new topics as new feedback is processed</a:t>
            </a:r>
            <a:r>
              <a:rPr lang="ar-SA" altLang="ar-SA" sz="90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spcBef>
                <a:spcPts val="300"/>
              </a:spcBef>
              <a:spcAft>
                <a:spcPts val="225"/>
              </a:spcAft>
            </a:pPr>
            <a:endParaRPr lang="fr-FR" sz="1050" spc="-1">
              <a:latin typeface="Arial"/>
            </a:endParaRPr>
          </a:p>
        </p:txBody>
      </p:sp>
      <p:sp>
        <p:nvSpPr>
          <p:cNvPr id="10" name="Round Same Side Corner Rectangle 50">
            <a:extLst>
              <a:ext uri="{FF2B5EF4-FFF2-40B4-BE49-F238E27FC236}">
                <a16:creationId xmlns:a16="http://schemas.microsoft.com/office/drawing/2014/main" id="{B7D8F4AF-205F-A6C4-CC37-3EC95FDF3E68}"/>
              </a:ext>
            </a:extLst>
          </p:cNvPr>
          <p:cNvSpPr/>
          <p:nvPr/>
        </p:nvSpPr>
        <p:spPr>
          <a:xfrm>
            <a:off x="4007977" y="2791699"/>
            <a:ext cx="5041069" cy="1096840"/>
          </a:xfrm>
          <a:prstGeom prst="round2SameRect">
            <a:avLst>
              <a:gd name="adj1" fmla="val 8843"/>
              <a:gd name="adj2" fmla="val 0"/>
            </a:avLst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68580" rIns="67500" bIns="68580" anchor="t">
            <a:noAutofit/>
          </a:bodyPr>
          <a:lstStyle/>
          <a:p>
            <a:pPr>
              <a:spcBef>
                <a:spcPts val="300"/>
              </a:spcBef>
              <a:spcAft>
                <a:spcPts val="225"/>
              </a:spcAft>
            </a:pPr>
            <a:r>
              <a:rPr lang="en-US" sz="1050" b="1" spc="-1">
                <a:solidFill>
                  <a:srgbClr val="00C37B"/>
                </a:solidFill>
                <a:latin typeface="Verdana"/>
                <a:ea typeface="DejaVu Sans"/>
              </a:rPr>
              <a:t>CHALLENGES</a:t>
            </a:r>
            <a:endParaRPr lang="fr-FR" sz="1050" spc="-1">
              <a:latin typeface="Arial"/>
            </a:endParaRP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Noisy and redundant data. </a:t>
            </a: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granularity. </a:t>
            </a: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and data evolution.</a:t>
            </a:r>
          </a:p>
          <a:p>
            <a:pPr>
              <a:spcBef>
                <a:spcPts val="300"/>
              </a:spcBef>
              <a:spcAft>
                <a:spcPts val="225"/>
              </a:spcAft>
            </a:pPr>
            <a:endParaRPr lang="fr-FR" sz="900" spc="-1">
              <a:latin typeface="Arial"/>
            </a:endParaRPr>
          </a:p>
        </p:txBody>
      </p:sp>
      <p:sp>
        <p:nvSpPr>
          <p:cNvPr id="11" name="Round Same Side Corner Rectangle 85">
            <a:extLst>
              <a:ext uri="{FF2B5EF4-FFF2-40B4-BE49-F238E27FC236}">
                <a16:creationId xmlns:a16="http://schemas.microsoft.com/office/drawing/2014/main" id="{1F903E73-AC37-1983-1A8F-6A4FBE16C24D}"/>
              </a:ext>
            </a:extLst>
          </p:cNvPr>
          <p:cNvSpPr/>
          <p:nvPr/>
        </p:nvSpPr>
        <p:spPr>
          <a:xfrm>
            <a:off x="4008142" y="3845810"/>
            <a:ext cx="5165353" cy="1137958"/>
          </a:xfrm>
          <a:prstGeom prst="round2SameRect">
            <a:avLst>
              <a:gd name="adj1" fmla="val 8843"/>
              <a:gd name="adj2" fmla="val 0"/>
            </a:avLst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68580" rIns="67500" bIns="68580" anchor="t">
            <a:noAutofit/>
          </a:bodyPr>
          <a:lstStyle/>
          <a:p>
            <a:pPr>
              <a:spcBef>
                <a:spcPts val="300"/>
              </a:spcBef>
              <a:spcAft>
                <a:spcPts val="225"/>
              </a:spcAft>
            </a:pPr>
            <a:r>
              <a:rPr lang="en-US" sz="1050" b="1" spc="-1">
                <a:solidFill>
                  <a:srgbClr val="6D199B"/>
                </a:solidFill>
                <a:latin typeface="Verdana"/>
                <a:ea typeface="DejaVu Sans"/>
              </a:rPr>
              <a:t>ADDED VALUE</a:t>
            </a:r>
            <a:endParaRPr lang="fr-FR" sz="1050" spc="-1">
              <a:latin typeface="Arial"/>
            </a:endParaRP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Time-saving &amp; automation </a:t>
            </a: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More accurate &amp; relevant classification </a:t>
            </a: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customer satisfaction</a:t>
            </a:r>
          </a:p>
          <a:p>
            <a:pPr marL="128588" indent="-1285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Better decision-making</a:t>
            </a:r>
          </a:p>
        </p:txBody>
      </p:sp>
      <p:pic>
        <p:nvPicPr>
          <p:cNvPr id="12" name="Picture 10">
            <a:extLst>
              <a:ext uri="{FF2B5EF4-FFF2-40B4-BE49-F238E27FC236}">
                <a16:creationId xmlns:a16="http://schemas.microsoft.com/office/drawing/2014/main" id="{577A0E94-259F-A803-A9DC-0BC94023C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633" y="4535758"/>
            <a:ext cx="436568" cy="41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Nlp PNG Transparent Images Free Download | Vector Files ...">
            <a:extLst>
              <a:ext uri="{FF2B5EF4-FFF2-40B4-BE49-F238E27FC236}">
                <a16:creationId xmlns:a16="http://schemas.microsoft.com/office/drawing/2014/main" id="{1EF9FFC2-674E-8AFD-8BBF-CB30DA65A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17" y="4012490"/>
            <a:ext cx="656075" cy="47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23" descr="Une image contenant Graphique, logo, conceptio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F6380E8-BFB4-004F-D43E-0B278E01918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tretch>
            <a:fillRect/>
          </a:stretch>
        </p:blipFill>
        <p:spPr>
          <a:xfrm>
            <a:off x="1548928" y="4049348"/>
            <a:ext cx="642742" cy="337439"/>
          </a:xfrm>
          <a:prstGeom prst="rect">
            <a:avLst/>
          </a:prstGeom>
        </p:spPr>
      </p:pic>
      <p:pic>
        <p:nvPicPr>
          <p:cNvPr id="15" name="Picture 4" descr="Llm Images – Browse 18,157 Stock Photos, Vectors, and Video ...">
            <a:extLst>
              <a:ext uri="{FF2B5EF4-FFF2-40B4-BE49-F238E27FC236}">
                <a16:creationId xmlns:a16="http://schemas.microsoft.com/office/drawing/2014/main" id="{034AE401-BA40-AF9B-CBB0-90B36A9CA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925" y="3979010"/>
            <a:ext cx="559733" cy="55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9B8D87AC-9E8C-AF81-B035-A69EEEB44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3" y="1272468"/>
            <a:ext cx="3825727" cy="237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70289D-6C9A-0E9E-D989-F36A0D725D9F}"/>
              </a:ext>
            </a:extLst>
          </p:cNvPr>
          <p:cNvSpPr txBox="1"/>
          <p:nvPr/>
        </p:nvSpPr>
        <p:spPr>
          <a:xfrm>
            <a:off x="54064" y="778056"/>
            <a:ext cx="737323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Classifying verbatims (text data) using AI involves categorizing text into predefined categories or classes automatically</a:t>
            </a:r>
            <a:r>
              <a:rPr lang="fr-FR" sz="1050" spc="-1">
                <a:solidFill>
                  <a:srgbClr val="1818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050" spc="-1">
              <a:solidFill>
                <a:srgbClr val="18181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6DB27D-3FBA-F636-B71F-0AD8CABE11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 b="0"/>
          </a:p>
        </p:txBody>
      </p:sp>
    </p:spTree>
    <p:extLst>
      <p:ext uri="{BB962C8B-B14F-4D97-AF65-F5344CB8AC3E}">
        <p14:creationId xmlns:p14="http://schemas.microsoft.com/office/powerpoint/2010/main" val="200264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200" cap="all">
                <a:solidFill>
                  <a:schemeClr val="bg1"/>
                </a:solidFill>
                <a:latin typeface="Arial"/>
                <a:ea typeface="+mj-ea"/>
                <a:cs typeface="+mj-cs"/>
                <a:sym typeface="Arial"/>
              </a:rPr>
              <a:t>Smart Approach to Verbatim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4B67B-7991-93CA-6615-1D341A10C6AB}"/>
              </a:ext>
            </a:extLst>
          </p:cNvPr>
          <p:cNvSpPr txBox="1"/>
          <p:nvPr/>
        </p:nvSpPr>
        <p:spPr>
          <a:xfrm>
            <a:off x="167640" y="953721"/>
            <a:ext cx="42748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📌 </a:t>
            </a:r>
            <a:r>
              <a:rPr lang="en-US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Problem Statement</a:t>
            </a:r>
          </a:p>
          <a:p>
            <a:endParaRPr lang="en-US" sz="1100" b="1">
              <a:solidFill>
                <a:srgbClr val="002060"/>
              </a:solidFill>
              <a:latin typeface="Encode Sans" pitchFamily="2" charset="0"/>
              <a:cs typeface="Arial" panose="020B0604020202020204" pitchFamily="34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2,500 verbatims to classify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Goal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: Organize them into ~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300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topics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, ~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124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subcategories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,</a:t>
            </a:r>
          </a:p>
          <a:p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and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12 main categories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  <a:sym typeface="Encode Sans"/>
              </a:rPr>
              <a:t>Challenge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  <a:sym typeface="Encode Sans"/>
              </a:rPr>
              <a:t>: Insufficient labeled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📌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Limitations of Traditional Machine Learning</a:t>
            </a:r>
          </a:p>
          <a:p>
            <a:r>
              <a:rPr lang="en-US"/>
              <a:t/>
            </a:r>
            <a:br>
              <a:rPr lang="en-US"/>
            </a:br>
            <a:r>
              <a:rPr lang="en-US"/>
              <a:t>❌ 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Lack of labeled data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A supervised ML model requires a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large volume of labeled data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for accuracy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Manual labeling is costly and time-consuming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An undertrained ML model would result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in low accuracy and biased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E1DF4-6E61-8284-CDE1-C700D77F83B4}"/>
              </a:ext>
            </a:extLst>
          </p:cNvPr>
          <p:cNvSpPr txBox="1"/>
          <p:nvPr/>
        </p:nvSpPr>
        <p:spPr>
          <a:xfrm>
            <a:off x="4495850" y="895410"/>
            <a:ext cx="45720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📌 </a:t>
            </a:r>
            <a:r>
              <a:rPr lang="en-US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Why Choose a LLM (Large Language Model)?</a:t>
            </a:r>
          </a:p>
          <a:p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/>
            </a:r>
            <a:b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</a:b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✅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Advanced contextual understanding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LLMs can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generalize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classification thanks to their deep language comprehension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They can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identify patterns 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without requiring large amounts of labeled data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100">
              <a:solidFill>
                <a:srgbClr val="002060"/>
              </a:solidFill>
              <a:latin typeface="Encode Sans" pitchFamily="2" charset="0"/>
              <a:cs typeface="Arial" panose="020B0604020202020204" pitchFamily="34" charset="0"/>
            </a:endParaRPr>
          </a:p>
          <a:p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✅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Flexibility &amp; Scalability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Can adapt to new verbatims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without retraining from scratch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Enables deeper insights with 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finer classification granularity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B52D58-6304-460A-0B41-2A403BEBF55D}"/>
              </a:ext>
            </a:extLst>
          </p:cNvPr>
          <p:cNvSpPr txBox="1"/>
          <p:nvPr/>
        </p:nvSpPr>
        <p:spPr>
          <a:xfrm>
            <a:off x="4701542" y="3215879"/>
            <a:ext cx="4221478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🎯 </a:t>
            </a:r>
            <a:r>
              <a:rPr lang="en-US" sz="12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Conclusion: LLM as a Strategic Choice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/>
            </a:r>
            <a:b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</a:b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→ Due to the lack of labeled data</a:t>
            </a:r>
            <a:r>
              <a:rPr lang="en-US" sz="1100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, LLMs provide a more robust and effective solution</a:t>
            </a:r>
            <a:r>
              <a:rPr lang="en-US" sz="110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compared to traditional ML approaches.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0BDA491-EFC7-E0C5-33D9-B42B09F670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 b="0"/>
          </a:p>
        </p:txBody>
      </p:sp>
    </p:spTree>
    <p:extLst>
      <p:ext uri="{BB962C8B-B14F-4D97-AF65-F5344CB8AC3E}">
        <p14:creationId xmlns:p14="http://schemas.microsoft.com/office/powerpoint/2010/main" val="358645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6291145" y="1284244"/>
            <a:ext cx="1584453" cy="667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kern="1200" err="1">
                <a:solidFill>
                  <a:prstClr val="white"/>
                </a:solidFill>
                <a:latin typeface="Calibri" panose="020F0502020204030204"/>
              </a:rPr>
              <a:t>With</a:t>
            </a:r>
            <a:r>
              <a:rPr lang="fr-FR" sz="1350" kern="1200">
                <a:solidFill>
                  <a:prstClr val="white"/>
                </a:solidFill>
                <a:latin typeface="Calibri" panose="020F0502020204030204"/>
              </a:rPr>
              <a:t> LLM(DBRX)</a:t>
            </a:r>
          </a:p>
          <a:p>
            <a:pPr algn="ctr" defTabSz="685800">
              <a:buClrTx/>
              <a:defRPr/>
            </a:pPr>
            <a:r>
              <a:rPr lang="fr-FR" sz="1350" b="1" u="sng" kern="1200" err="1">
                <a:solidFill>
                  <a:prstClr val="white"/>
                </a:solidFill>
                <a:latin typeface="Calibri" panose="020F0502020204030204"/>
              </a:rPr>
              <a:t>subCategories</a:t>
            </a:r>
            <a:endParaRPr lang="fr-FR" sz="1350" b="1" u="sng" kern="120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>
              <a:buClrTx/>
              <a:defRPr/>
            </a:pPr>
            <a:r>
              <a:rPr lang="fr-FR" sz="825" kern="1200">
                <a:solidFill>
                  <a:prstClr val="white"/>
                </a:solidFill>
                <a:latin typeface="Calibri" panose="020F0502020204030204"/>
              </a:rPr>
              <a:t>FAISS Indexation + Similarité Cosinus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4063" y="1317259"/>
            <a:ext cx="1731405" cy="6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kern="1200" err="1">
                <a:solidFill>
                  <a:prstClr val="white"/>
                </a:solidFill>
                <a:latin typeface="Calibri" panose="020F0502020204030204"/>
              </a:rPr>
              <a:t>With</a:t>
            </a:r>
            <a:r>
              <a:rPr lang="fr-FR" sz="1350" kern="1200">
                <a:solidFill>
                  <a:prstClr val="white"/>
                </a:solidFill>
                <a:latin typeface="Calibri" panose="020F0502020204030204"/>
              </a:rPr>
              <a:t> LLM(DBRX)</a:t>
            </a:r>
          </a:p>
          <a:p>
            <a:pPr algn="ctr" defTabSz="685800">
              <a:buClrTx/>
              <a:defRPr/>
            </a:pPr>
            <a:r>
              <a:rPr lang="fr-FR" sz="1350" b="1" u="sng" kern="1200">
                <a:solidFill>
                  <a:prstClr val="white"/>
                </a:solidFill>
                <a:latin typeface="Calibri" panose="020F0502020204030204"/>
              </a:rPr>
              <a:t>TOPICS</a:t>
            </a:r>
            <a:r>
              <a:rPr lang="fr-FR" sz="1350" u="sng" kern="120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777" y="2839537"/>
            <a:ext cx="1354907" cy="637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VERBATIMS List</a:t>
            </a:r>
          </a:p>
          <a:p>
            <a:pPr algn="ctr" defTabSz="685800">
              <a:buClrTx/>
            </a:pPr>
            <a:r>
              <a:rPr lang="fr-FR" sz="1200" kern="1200" dirty="0">
                <a:solidFill>
                  <a:prstClr val="white"/>
                </a:solidFill>
                <a:latin typeface="Calibri" panose="020F0502020204030204"/>
              </a:rPr>
              <a:t>(2500 verbatims)</a:t>
            </a:r>
          </a:p>
          <a:p>
            <a:pPr algn="ctr" defTabSz="685800">
              <a:buClrTx/>
              <a:defRPr/>
            </a:pPr>
            <a:endParaRPr lang="fr-FR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659664" y="4145282"/>
            <a:ext cx="2011698" cy="69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kern="1200">
                <a:solidFill>
                  <a:prstClr val="white"/>
                </a:solidFill>
                <a:latin typeface="Calibri" panose="020F0502020204030204"/>
              </a:rPr>
              <a:t>Groups of </a:t>
            </a:r>
            <a:r>
              <a:rPr lang="fr-FR" sz="1350" kern="1200" err="1">
                <a:solidFill>
                  <a:prstClr val="white"/>
                </a:solidFill>
                <a:latin typeface="Calibri" panose="020F0502020204030204"/>
              </a:rPr>
              <a:t>Subcategories</a:t>
            </a:r>
            <a:endParaRPr lang="fr-FR" sz="1350" kern="120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>
              <a:buClrTx/>
              <a:defRPr/>
            </a:pPr>
            <a:r>
              <a:rPr lang="fr-FR" sz="825" kern="1200">
                <a:solidFill>
                  <a:prstClr val="white"/>
                </a:solidFill>
                <a:latin typeface="Calibri" panose="020F0502020204030204"/>
              </a:rPr>
              <a:t>Fusion des groupes similaires </a:t>
            </a:r>
            <a:r>
              <a:rPr lang="fr-FR" sz="825" kern="1200" err="1">
                <a:solidFill>
                  <a:prstClr val="white"/>
                </a:solidFill>
                <a:latin typeface="Calibri" panose="020F0502020204030204"/>
              </a:rPr>
              <a:t>using</a:t>
            </a:r>
            <a:endParaRPr lang="fr-FR" sz="825" kern="120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>
              <a:buClrTx/>
              <a:defRPr/>
            </a:pPr>
            <a:r>
              <a:rPr lang="fr-FR" sz="825" kern="1200">
                <a:solidFill>
                  <a:prstClr val="white"/>
                </a:solidFill>
                <a:latin typeface="Calibri" panose="020F0502020204030204"/>
              </a:rPr>
              <a:t>Similarité Cosinus</a:t>
            </a:r>
          </a:p>
          <a:p>
            <a:pPr algn="ctr" defTabSz="685800">
              <a:buClrTx/>
              <a:defRPr/>
            </a:pPr>
            <a:r>
              <a:rPr lang="fr-FR" sz="825" kern="1200">
                <a:solidFill>
                  <a:prstClr val="white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42899" y="4128731"/>
            <a:ext cx="1693332" cy="69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b="1" u="sng" kern="1200">
                <a:solidFill>
                  <a:prstClr val="white"/>
                </a:solidFill>
                <a:latin typeface="Calibri" panose="020F0502020204030204"/>
              </a:rPr>
              <a:t>List of GROUP</a:t>
            </a:r>
            <a:endParaRPr lang="fr-FR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5" name="Imag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843" y="958992"/>
            <a:ext cx="469232" cy="469232"/>
          </a:xfrm>
          <a:prstGeom prst="rect">
            <a:avLst/>
          </a:prstGeom>
        </p:spPr>
      </p:pic>
      <p:pic>
        <p:nvPicPr>
          <p:cNvPr id="56" name="Imag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699" y="1976976"/>
            <a:ext cx="469232" cy="469232"/>
          </a:xfrm>
          <a:prstGeom prst="rect">
            <a:avLst/>
          </a:prstGeom>
        </p:spPr>
      </p:pic>
      <p:cxnSp>
        <p:nvCxnSpPr>
          <p:cNvPr id="58" name="Connecteur droit avec flèche 57"/>
          <p:cNvCxnSpPr>
            <a:cxnSpLocks/>
          </p:cNvCxnSpPr>
          <p:nvPr/>
        </p:nvCxnSpPr>
        <p:spPr>
          <a:xfrm flipV="1">
            <a:off x="2011245" y="1648993"/>
            <a:ext cx="1254868" cy="1478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>
            <a:off x="5088001" y="1669879"/>
            <a:ext cx="1184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>
            <a:cxnSpLocks/>
          </p:cNvCxnSpPr>
          <p:nvPr/>
        </p:nvCxnSpPr>
        <p:spPr>
          <a:xfrm flipH="1">
            <a:off x="7005396" y="2154827"/>
            <a:ext cx="22978" cy="1654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/>
          <p:nvPr/>
        </p:nvCxnSpPr>
        <p:spPr>
          <a:xfrm flipH="1">
            <a:off x="4420966" y="4491315"/>
            <a:ext cx="1246860" cy="13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672390" y="4220195"/>
            <a:ext cx="7294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  <a:defRPr/>
            </a:pPr>
            <a:r>
              <a:rPr lang="fr-FR" sz="830" b="1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LLM (DBRX)</a:t>
            </a:r>
          </a:p>
        </p:txBody>
      </p:sp>
      <p:sp>
        <p:nvSpPr>
          <p:cNvPr id="69" name="Rectangle 68"/>
          <p:cNvSpPr/>
          <p:nvPr/>
        </p:nvSpPr>
        <p:spPr>
          <a:xfrm rot="20592367">
            <a:off x="1854398" y="2336562"/>
            <a:ext cx="932441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825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Cleaning</a:t>
            </a:r>
          </a:p>
        </p:txBody>
      </p:sp>
      <p:pic>
        <p:nvPicPr>
          <p:cNvPr id="7" name="Image 55">
            <a:extLst>
              <a:ext uri="{FF2B5EF4-FFF2-40B4-BE49-F238E27FC236}">
                <a16:creationId xmlns:a16="http://schemas.microsoft.com/office/drawing/2014/main" id="{13E7E486-2DD1-06AB-D566-38466D663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260" y="873657"/>
            <a:ext cx="469232" cy="469232"/>
          </a:xfrm>
          <a:prstGeom prst="rect">
            <a:avLst/>
          </a:prstGeom>
        </p:spPr>
      </p:pic>
      <p:pic>
        <p:nvPicPr>
          <p:cNvPr id="3" name="Image 55">
            <a:extLst>
              <a:ext uri="{FF2B5EF4-FFF2-40B4-BE49-F238E27FC236}">
                <a16:creationId xmlns:a16="http://schemas.microsoft.com/office/drawing/2014/main" id="{9A139B55-23EB-6787-F01D-881B1196A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103" y="3624640"/>
            <a:ext cx="469232" cy="469232"/>
          </a:xfrm>
          <a:prstGeom prst="rect">
            <a:avLst/>
          </a:prstGeom>
        </p:spPr>
      </p:pic>
      <p:pic>
        <p:nvPicPr>
          <p:cNvPr id="5" name="Image 55">
            <a:extLst>
              <a:ext uri="{FF2B5EF4-FFF2-40B4-BE49-F238E27FC236}">
                <a16:creationId xmlns:a16="http://schemas.microsoft.com/office/drawing/2014/main" id="{0DE55798-7D3A-6F12-DC72-7AF77C8A0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989" y="3693664"/>
            <a:ext cx="469232" cy="46923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086E98-DE92-6013-9833-1DDCE89E7CA7}"/>
              </a:ext>
            </a:extLst>
          </p:cNvPr>
          <p:cNvGrpSpPr/>
          <p:nvPr/>
        </p:nvGrpSpPr>
        <p:grpSpPr>
          <a:xfrm>
            <a:off x="2966009" y="2366035"/>
            <a:ext cx="3174064" cy="1292908"/>
            <a:chOff x="2548556" y="2382425"/>
            <a:chExt cx="3174064" cy="129290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D0A6A96-6E99-15BD-C996-825298B2C523}"/>
                </a:ext>
              </a:extLst>
            </p:cNvPr>
            <p:cNvSpPr/>
            <p:nvPr/>
          </p:nvSpPr>
          <p:spPr>
            <a:xfrm>
              <a:off x="2548556" y="2417966"/>
              <a:ext cx="3174064" cy="12573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ZoneTexte 23">
              <a:extLst>
                <a:ext uri="{FF2B5EF4-FFF2-40B4-BE49-F238E27FC236}">
                  <a16:creationId xmlns:a16="http://schemas.microsoft.com/office/drawing/2014/main" id="{7F31F5BF-EE87-676E-C9FE-00E6EEF5C382}"/>
                </a:ext>
              </a:extLst>
            </p:cNvPr>
            <p:cNvSpPr txBox="1"/>
            <p:nvPr/>
          </p:nvSpPr>
          <p:spPr>
            <a:xfrm>
              <a:off x="3730690" y="2442685"/>
              <a:ext cx="587501" cy="219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25" b="1"/>
                <a:t>topics</a:t>
              </a:r>
            </a:p>
          </p:txBody>
        </p:sp>
        <p:sp>
          <p:nvSpPr>
            <p:cNvPr id="15" name="ZoneTexte 24">
              <a:extLst>
                <a:ext uri="{FF2B5EF4-FFF2-40B4-BE49-F238E27FC236}">
                  <a16:creationId xmlns:a16="http://schemas.microsoft.com/office/drawing/2014/main" id="{50DDCEE4-3F39-FF05-39A4-88D0818A9452}"/>
                </a:ext>
              </a:extLst>
            </p:cNvPr>
            <p:cNvSpPr txBox="1"/>
            <p:nvPr/>
          </p:nvSpPr>
          <p:spPr>
            <a:xfrm>
              <a:off x="4227476" y="2382425"/>
              <a:ext cx="808411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err="1"/>
                <a:t>Sub</a:t>
              </a:r>
              <a:r>
                <a:rPr lang="fr-FR" sz="800" b="1"/>
                <a:t> </a:t>
              </a:r>
              <a:r>
                <a:rPr lang="fr-FR" sz="800" b="1" err="1"/>
                <a:t>Category</a:t>
              </a:r>
              <a:endParaRPr lang="fr-FR" sz="800" b="1"/>
            </a:p>
          </p:txBody>
        </p:sp>
        <p:sp>
          <p:nvSpPr>
            <p:cNvPr id="16" name="ZoneTexte 25">
              <a:extLst>
                <a:ext uri="{FF2B5EF4-FFF2-40B4-BE49-F238E27FC236}">
                  <a16:creationId xmlns:a16="http://schemas.microsoft.com/office/drawing/2014/main" id="{B8729410-0586-CDA1-DF9D-6675FC206DD0}"/>
                </a:ext>
              </a:extLst>
            </p:cNvPr>
            <p:cNvSpPr txBox="1"/>
            <p:nvPr/>
          </p:nvSpPr>
          <p:spPr>
            <a:xfrm>
              <a:off x="5016343" y="2417966"/>
              <a:ext cx="64013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25" b="1"/>
                <a:t>Category or group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F62D40-B60C-85AA-5F56-2F81518F7697}"/>
                </a:ext>
              </a:extLst>
            </p:cNvPr>
            <p:cNvSpPr/>
            <p:nvPr/>
          </p:nvSpPr>
          <p:spPr>
            <a:xfrm>
              <a:off x="5076016" y="2773734"/>
              <a:ext cx="483197" cy="2081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C2B4B26-D080-A2B7-AA27-C146D03763F7}"/>
                </a:ext>
              </a:extLst>
            </p:cNvPr>
            <p:cNvSpPr/>
            <p:nvPr/>
          </p:nvSpPr>
          <p:spPr>
            <a:xfrm>
              <a:off x="4477937" y="2718779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EF6FAC5-6143-559C-2B8B-DF20609CB418}"/>
                </a:ext>
              </a:extLst>
            </p:cNvPr>
            <p:cNvSpPr/>
            <p:nvPr/>
          </p:nvSpPr>
          <p:spPr>
            <a:xfrm>
              <a:off x="4477936" y="2841344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83C922-936D-5B50-8027-C7064F415FE5}"/>
                </a:ext>
              </a:extLst>
            </p:cNvPr>
            <p:cNvSpPr/>
            <p:nvPr/>
          </p:nvSpPr>
          <p:spPr>
            <a:xfrm flipV="1">
              <a:off x="4477936" y="2981913"/>
              <a:ext cx="276958" cy="819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cxnSp>
          <p:nvCxnSpPr>
            <p:cNvPr id="21" name="Connecteur droit 31">
              <a:extLst>
                <a:ext uri="{FF2B5EF4-FFF2-40B4-BE49-F238E27FC236}">
                  <a16:creationId xmlns:a16="http://schemas.microsoft.com/office/drawing/2014/main" id="{61146C7A-4DD0-F74B-5671-3ABEE1110002}"/>
                </a:ext>
              </a:extLst>
            </p:cNvPr>
            <p:cNvCxnSpPr>
              <a:cxnSpLocks/>
            </p:cNvCxnSpPr>
            <p:nvPr/>
          </p:nvCxnSpPr>
          <p:spPr>
            <a:xfrm>
              <a:off x="4754894" y="2718779"/>
              <a:ext cx="310030" cy="568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33">
              <a:extLst>
                <a:ext uri="{FF2B5EF4-FFF2-40B4-BE49-F238E27FC236}">
                  <a16:creationId xmlns:a16="http://schemas.microsoft.com/office/drawing/2014/main" id="{1E1141B6-7D34-BEA6-2111-8AA3E14BF7EA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V="1">
              <a:off x="4754894" y="2981914"/>
              <a:ext cx="336090" cy="409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87C97C-F783-9E11-7772-328BA441B482}"/>
                </a:ext>
              </a:extLst>
            </p:cNvPr>
            <p:cNvSpPr/>
            <p:nvPr/>
          </p:nvSpPr>
          <p:spPr>
            <a:xfrm>
              <a:off x="3786590" y="2708431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704DBB3-0142-062F-2BB6-7259B18B1C17}"/>
                </a:ext>
              </a:extLst>
            </p:cNvPr>
            <p:cNvSpPr/>
            <p:nvPr/>
          </p:nvSpPr>
          <p:spPr>
            <a:xfrm>
              <a:off x="3797683" y="2819837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49ACA7-B6AA-81A3-C80F-A89318287159}"/>
                </a:ext>
              </a:extLst>
            </p:cNvPr>
            <p:cNvSpPr/>
            <p:nvPr/>
          </p:nvSpPr>
          <p:spPr>
            <a:xfrm>
              <a:off x="3805034" y="2940032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FD221B1-BF44-0F70-D27C-F7CAAF45227D}"/>
                </a:ext>
              </a:extLst>
            </p:cNvPr>
            <p:cNvSpPr/>
            <p:nvPr/>
          </p:nvSpPr>
          <p:spPr>
            <a:xfrm>
              <a:off x="3815216" y="3051272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16AE22E-7171-CE27-FB45-56758EE4A0A8}"/>
                </a:ext>
              </a:extLst>
            </p:cNvPr>
            <p:cNvSpPr/>
            <p:nvPr/>
          </p:nvSpPr>
          <p:spPr>
            <a:xfrm>
              <a:off x="3815216" y="3258144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8" name="ZoneTexte 48">
              <a:extLst>
                <a:ext uri="{FF2B5EF4-FFF2-40B4-BE49-F238E27FC236}">
                  <a16:creationId xmlns:a16="http://schemas.microsoft.com/office/drawing/2014/main" id="{3E399D20-B7E4-A16D-87EF-F9537EF16FEA}"/>
                </a:ext>
              </a:extLst>
            </p:cNvPr>
            <p:cNvSpPr txBox="1"/>
            <p:nvPr/>
          </p:nvSpPr>
          <p:spPr>
            <a:xfrm>
              <a:off x="3805034" y="3017141"/>
              <a:ext cx="28714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/>
                <a:t>…</a:t>
              </a:r>
            </a:p>
          </p:txBody>
        </p:sp>
        <p:cxnSp>
          <p:nvCxnSpPr>
            <p:cNvPr id="29" name="Connecteur droit 49">
              <a:extLst>
                <a:ext uri="{FF2B5EF4-FFF2-40B4-BE49-F238E27FC236}">
                  <a16:creationId xmlns:a16="http://schemas.microsoft.com/office/drawing/2014/main" id="{10424BBF-E5C8-4F48-DBC2-0A351D8A12E8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V="1">
              <a:off x="4092173" y="3123205"/>
              <a:ext cx="385763" cy="176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52">
              <a:extLst>
                <a:ext uri="{FF2B5EF4-FFF2-40B4-BE49-F238E27FC236}">
                  <a16:creationId xmlns:a16="http://schemas.microsoft.com/office/drawing/2014/main" id="{7130CDFD-785D-80E0-0D16-85E43B66BFEA}"/>
                </a:ext>
              </a:extLst>
            </p:cNvPr>
            <p:cNvCxnSpPr>
              <a:cxnSpLocks/>
            </p:cNvCxnSpPr>
            <p:nvPr/>
          </p:nvCxnSpPr>
          <p:spPr>
            <a:xfrm>
              <a:off x="4070331" y="2694787"/>
              <a:ext cx="353045" cy="35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55">
              <a:extLst>
                <a:ext uri="{FF2B5EF4-FFF2-40B4-BE49-F238E27FC236}">
                  <a16:creationId xmlns:a16="http://schemas.microsoft.com/office/drawing/2014/main" id="{8A992767-2740-B73A-F61A-EBEF194A21FB}"/>
                </a:ext>
              </a:extLst>
            </p:cNvPr>
            <p:cNvSpPr txBox="1"/>
            <p:nvPr/>
          </p:nvSpPr>
          <p:spPr>
            <a:xfrm>
              <a:off x="2858257" y="2489897"/>
              <a:ext cx="808411" cy="219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25"/>
                <a:t>Verbatims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D165A6-E5D2-09D1-957A-8F2F59FFD003}"/>
                </a:ext>
              </a:extLst>
            </p:cNvPr>
            <p:cNvSpPr/>
            <p:nvPr/>
          </p:nvSpPr>
          <p:spPr>
            <a:xfrm>
              <a:off x="3057257" y="2670588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224754-9D2D-76DF-1D99-4030C4E299F8}"/>
                </a:ext>
              </a:extLst>
            </p:cNvPr>
            <p:cNvSpPr/>
            <p:nvPr/>
          </p:nvSpPr>
          <p:spPr>
            <a:xfrm>
              <a:off x="3123983" y="3481679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cxnSp>
          <p:nvCxnSpPr>
            <p:cNvPr id="34" name="Connecteur droit 58">
              <a:extLst>
                <a:ext uri="{FF2B5EF4-FFF2-40B4-BE49-F238E27FC236}">
                  <a16:creationId xmlns:a16="http://schemas.microsoft.com/office/drawing/2014/main" id="{6EBD6909-2E52-9891-FFFA-3EA7B30560A1}"/>
                </a:ext>
              </a:extLst>
            </p:cNvPr>
            <p:cNvCxnSpPr>
              <a:cxnSpLocks/>
            </p:cNvCxnSpPr>
            <p:nvPr/>
          </p:nvCxnSpPr>
          <p:spPr>
            <a:xfrm>
              <a:off x="3351847" y="2683415"/>
              <a:ext cx="378843" cy="523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59">
              <a:extLst>
                <a:ext uri="{FF2B5EF4-FFF2-40B4-BE49-F238E27FC236}">
                  <a16:creationId xmlns:a16="http://schemas.microsoft.com/office/drawing/2014/main" id="{61CA776C-8066-1BDB-4310-248D9B156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8" y="3391577"/>
              <a:ext cx="403298" cy="214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9C017FA-439D-F3FB-4AC2-C458F2F9C561}"/>
                </a:ext>
              </a:extLst>
            </p:cNvPr>
            <p:cNvSpPr/>
            <p:nvPr/>
          </p:nvSpPr>
          <p:spPr>
            <a:xfrm>
              <a:off x="3815216" y="3451720"/>
              <a:ext cx="276958" cy="8376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FE57A440-5041-1950-DB51-376B61F0B4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796" b="322"/>
          <a:stretch/>
        </p:blipFill>
        <p:spPr>
          <a:xfrm>
            <a:off x="45748" y="262473"/>
            <a:ext cx="7291089" cy="37818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72549" y="305493"/>
            <a:ext cx="56329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buClr>
                <a:srgbClr val="FFFFFF"/>
              </a:buClr>
              <a:buSzPts val="1100"/>
              <a:defRPr/>
            </a:pPr>
            <a:r>
              <a:rPr lang="fr-FR" sz="1200" b="1" cap="all" dirty="0">
                <a:solidFill>
                  <a:schemeClr val="bg1"/>
                </a:solidFill>
                <a:ea typeface="+mj-ea"/>
                <a:cs typeface="+mj-cs"/>
                <a:sym typeface="Encode Sans"/>
              </a:rPr>
              <a:t>Scope </a:t>
            </a:r>
            <a:r>
              <a:rPr lang="en-US" sz="1200" b="1" cap="all" dirty="0">
                <a:solidFill>
                  <a:schemeClr val="bg1"/>
                </a:solidFill>
                <a:ea typeface="+mj-ea"/>
                <a:cs typeface="+mj-cs"/>
                <a:sym typeface="Encode Sans"/>
              </a:rPr>
              <a:t>definition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7C948E-F02D-B6A2-6B19-256D6D857F09}"/>
              </a:ext>
            </a:extLst>
          </p:cNvPr>
          <p:cNvSpPr/>
          <p:nvPr/>
        </p:nvSpPr>
        <p:spPr>
          <a:xfrm>
            <a:off x="4946120" y="1398474"/>
            <a:ext cx="1385688" cy="220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fr-FR" sz="830" kern="120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Group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0B8006-22CC-3061-330A-6521F240DBD4}"/>
              </a:ext>
            </a:extLst>
          </p:cNvPr>
          <p:cNvSpPr txBox="1"/>
          <p:nvPr/>
        </p:nvSpPr>
        <p:spPr>
          <a:xfrm>
            <a:off x="0" y="762745"/>
            <a:ext cx="4363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📌</a:t>
            </a:r>
            <a:r>
              <a:rPr lang="en-US" b="1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Topics , Subcategories and categories generation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09351F3-0FCF-D6D4-1D56-A8CC33A36A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394083" y="4731991"/>
            <a:ext cx="1919242" cy="288032"/>
          </a:xfrm>
        </p:spPr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7</a:t>
            </a:fld>
            <a:endParaRPr lang="fr-FR" dirty="0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2D8516-9D05-26D4-3C82-FE98F49864F9}"/>
              </a:ext>
            </a:extLst>
          </p:cNvPr>
          <p:cNvSpPr/>
          <p:nvPr/>
        </p:nvSpPr>
        <p:spPr>
          <a:xfrm>
            <a:off x="6549756" y="2736847"/>
            <a:ext cx="1385688" cy="220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fr-FR" sz="83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21400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6291145" y="1284244"/>
            <a:ext cx="1584453" cy="667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kern="1200" dirty="0" err="1">
                <a:solidFill>
                  <a:prstClr val="white"/>
                </a:solidFill>
                <a:latin typeface="Calibri" panose="020F0502020204030204"/>
              </a:rPr>
              <a:t>Defined</a:t>
            </a: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 List </a:t>
            </a:r>
            <a:endParaRPr lang="fr-FR" sz="825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294063" y="1317259"/>
            <a:ext cx="1731405" cy="6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kern="1200" dirty="0" err="1">
                <a:solidFill>
                  <a:prstClr val="white"/>
                </a:solidFill>
                <a:latin typeface="Calibri" panose="020F0502020204030204"/>
              </a:rPr>
              <a:t>With</a:t>
            </a: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 LLM(DBRX)</a:t>
            </a:r>
          </a:p>
          <a:p>
            <a:pPr algn="ctr" defTabSz="685800">
              <a:buClrTx/>
              <a:defRPr/>
            </a:pPr>
            <a:r>
              <a:rPr lang="fr-FR" sz="1200" kern="1200" dirty="0">
                <a:solidFill>
                  <a:prstClr val="white"/>
                </a:solidFill>
                <a:latin typeface="Calibri" panose="020F0502020204030204"/>
              </a:rPr>
              <a:t>Topics , Sub.cat., Cat.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071" y="1317259"/>
            <a:ext cx="1354907" cy="637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VERBATIMS List</a:t>
            </a:r>
          </a:p>
          <a:p>
            <a:pPr algn="ctr" defTabSz="685800">
              <a:buClrTx/>
            </a:pPr>
            <a:r>
              <a:rPr lang="fr-FR" sz="1200" kern="1200" dirty="0">
                <a:solidFill>
                  <a:prstClr val="white"/>
                </a:solidFill>
                <a:latin typeface="Calibri" panose="020F0502020204030204"/>
              </a:rPr>
              <a:t>(2500 verbatims)</a:t>
            </a:r>
          </a:p>
          <a:p>
            <a:pPr algn="ctr" defTabSz="685800">
              <a:buClrTx/>
              <a:defRPr/>
            </a:pPr>
            <a:endParaRPr lang="fr-FR" sz="1350" kern="12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5" name="Imag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178" y="930948"/>
            <a:ext cx="469232" cy="469232"/>
          </a:xfrm>
          <a:prstGeom prst="rect">
            <a:avLst/>
          </a:prstGeom>
        </p:spPr>
      </p:pic>
      <p:pic>
        <p:nvPicPr>
          <p:cNvPr id="56" name="Imag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816" y="1060432"/>
            <a:ext cx="469232" cy="469232"/>
          </a:xfrm>
          <a:prstGeom prst="rect">
            <a:avLst/>
          </a:prstGeom>
        </p:spPr>
      </p:pic>
      <p:cxnSp>
        <p:nvCxnSpPr>
          <p:cNvPr id="58" name="Connecteur droit avec flèche 57"/>
          <p:cNvCxnSpPr>
            <a:cxnSpLocks/>
            <a:stCxn id="51" idx="3"/>
            <a:endCxn id="50" idx="1"/>
          </p:cNvCxnSpPr>
          <p:nvPr/>
        </p:nvCxnSpPr>
        <p:spPr>
          <a:xfrm flipV="1">
            <a:off x="1811978" y="1634628"/>
            <a:ext cx="1482085" cy="1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/>
          <p:nvPr/>
        </p:nvCxnSpPr>
        <p:spPr>
          <a:xfrm>
            <a:off x="5088001" y="1669879"/>
            <a:ext cx="1184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16978" y="4005772"/>
            <a:ext cx="1394999" cy="496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kern="1200" dirty="0">
                <a:solidFill>
                  <a:prstClr val="white"/>
                </a:solidFill>
                <a:latin typeface="Calibri" panose="020F0502020204030204"/>
              </a:rPr>
              <a:t>Defined</a:t>
            </a: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 List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32368" y="1443949"/>
            <a:ext cx="932441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825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Cleaning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DD7AE849-B386-AE38-16E9-2226C18DF800}"/>
              </a:ext>
            </a:extLst>
          </p:cNvPr>
          <p:cNvGrpSpPr/>
          <p:nvPr/>
        </p:nvGrpSpPr>
        <p:grpSpPr>
          <a:xfrm>
            <a:off x="2873333" y="2125819"/>
            <a:ext cx="3174064" cy="1292908"/>
            <a:chOff x="2548556" y="2104719"/>
            <a:chExt cx="3174064" cy="129290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D0A6A96-6E99-15BD-C996-825298B2C523}"/>
                </a:ext>
              </a:extLst>
            </p:cNvPr>
            <p:cNvSpPr/>
            <p:nvPr/>
          </p:nvSpPr>
          <p:spPr>
            <a:xfrm>
              <a:off x="2548556" y="2140260"/>
              <a:ext cx="3174064" cy="12573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ZoneTexte 23">
              <a:extLst>
                <a:ext uri="{FF2B5EF4-FFF2-40B4-BE49-F238E27FC236}">
                  <a16:creationId xmlns:a16="http://schemas.microsoft.com/office/drawing/2014/main" id="{7F31F5BF-EE87-676E-C9FE-00E6EEF5C382}"/>
                </a:ext>
              </a:extLst>
            </p:cNvPr>
            <p:cNvSpPr txBox="1"/>
            <p:nvPr/>
          </p:nvSpPr>
          <p:spPr>
            <a:xfrm>
              <a:off x="3730690" y="2164979"/>
              <a:ext cx="587501" cy="219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25" b="1" dirty="0"/>
                <a:t>topics</a:t>
              </a:r>
            </a:p>
          </p:txBody>
        </p:sp>
        <p:sp>
          <p:nvSpPr>
            <p:cNvPr id="15" name="ZoneTexte 24">
              <a:extLst>
                <a:ext uri="{FF2B5EF4-FFF2-40B4-BE49-F238E27FC236}">
                  <a16:creationId xmlns:a16="http://schemas.microsoft.com/office/drawing/2014/main" id="{50DDCEE4-3F39-FF05-39A4-88D0818A9452}"/>
                </a:ext>
              </a:extLst>
            </p:cNvPr>
            <p:cNvSpPr txBox="1"/>
            <p:nvPr/>
          </p:nvSpPr>
          <p:spPr>
            <a:xfrm>
              <a:off x="4227476" y="2104719"/>
              <a:ext cx="808411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dirty="0" err="1"/>
                <a:t>Sub</a:t>
              </a:r>
              <a:r>
                <a:rPr lang="fr-FR" sz="800" b="1" dirty="0"/>
                <a:t> </a:t>
              </a:r>
              <a:r>
                <a:rPr lang="fr-FR" sz="800" b="1" dirty="0" err="1"/>
                <a:t>Category</a:t>
              </a:r>
              <a:endParaRPr lang="fr-FR" sz="800" b="1" dirty="0"/>
            </a:p>
          </p:txBody>
        </p:sp>
        <p:sp>
          <p:nvSpPr>
            <p:cNvPr id="16" name="ZoneTexte 25">
              <a:extLst>
                <a:ext uri="{FF2B5EF4-FFF2-40B4-BE49-F238E27FC236}">
                  <a16:creationId xmlns:a16="http://schemas.microsoft.com/office/drawing/2014/main" id="{B8729410-0586-CDA1-DF9D-6675FC206DD0}"/>
                </a:ext>
              </a:extLst>
            </p:cNvPr>
            <p:cNvSpPr txBox="1"/>
            <p:nvPr/>
          </p:nvSpPr>
          <p:spPr>
            <a:xfrm>
              <a:off x="5016343" y="2140260"/>
              <a:ext cx="64013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25" b="1"/>
                <a:t>Category or group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F62D40-B60C-85AA-5F56-2F81518F7697}"/>
                </a:ext>
              </a:extLst>
            </p:cNvPr>
            <p:cNvSpPr/>
            <p:nvPr/>
          </p:nvSpPr>
          <p:spPr>
            <a:xfrm>
              <a:off x="5076016" y="2496028"/>
              <a:ext cx="483197" cy="2081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C2B4B26-D080-A2B7-AA27-C146D03763F7}"/>
                </a:ext>
              </a:extLst>
            </p:cNvPr>
            <p:cNvSpPr/>
            <p:nvPr/>
          </p:nvSpPr>
          <p:spPr>
            <a:xfrm>
              <a:off x="4477937" y="2441073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EF6FAC5-6143-559C-2B8B-DF20609CB418}"/>
                </a:ext>
              </a:extLst>
            </p:cNvPr>
            <p:cNvSpPr/>
            <p:nvPr/>
          </p:nvSpPr>
          <p:spPr>
            <a:xfrm>
              <a:off x="4477936" y="2563638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83C922-936D-5B50-8027-C7064F415FE5}"/>
                </a:ext>
              </a:extLst>
            </p:cNvPr>
            <p:cNvSpPr/>
            <p:nvPr/>
          </p:nvSpPr>
          <p:spPr>
            <a:xfrm flipV="1">
              <a:off x="4477936" y="2704207"/>
              <a:ext cx="276958" cy="819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cxnSp>
          <p:nvCxnSpPr>
            <p:cNvPr id="21" name="Connecteur droit 31">
              <a:extLst>
                <a:ext uri="{FF2B5EF4-FFF2-40B4-BE49-F238E27FC236}">
                  <a16:creationId xmlns:a16="http://schemas.microsoft.com/office/drawing/2014/main" id="{61146C7A-4DD0-F74B-5671-3ABEE1110002}"/>
                </a:ext>
              </a:extLst>
            </p:cNvPr>
            <p:cNvCxnSpPr>
              <a:cxnSpLocks/>
            </p:cNvCxnSpPr>
            <p:nvPr/>
          </p:nvCxnSpPr>
          <p:spPr>
            <a:xfrm>
              <a:off x="4754894" y="2441073"/>
              <a:ext cx="310030" cy="568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33">
              <a:extLst>
                <a:ext uri="{FF2B5EF4-FFF2-40B4-BE49-F238E27FC236}">
                  <a16:creationId xmlns:a16="http://schemas.microsoft.com/office/drawing/2014/main" id="{1E1141B6-7D34-BEA6-2111-8AA3E14BF7EA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V="1">
              <a:off x="4754894" y="2704208"/>
              <a:ext cx="336090" cy="409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87C97C-F783-9E11-7772-328BA441B482}"/>
                </a:ext>
              </a:extLst>
            </p:cNvPr>
            <p:cNvSpPr/>
            <p:nvPr/>
          </p:nvSpPr>
          <p:spPr>
            <a:xfrm>
              <a:off x="3786590" y="2430725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704DBB3-0142-062F-2BB6-7259B18B1C17}"/>
                </a:ext>
              </a:extLst>
            </p:cNvPr>
            <p:cNvSpPr/>
            <p:nvPr/>
          </p:nvSpPr>
          <p:spPr>
            <a:xfrm>
              <a:off x="3797683" y="2542131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49ACA7-B6AA-81A3-C80F-A89318287159}"/>
                </a:ext>
              </a:extLst>
            </p:cNvPr>
            <p:cNvSpPr/>
            <p:nvPr/>
          </p:nvSpPr>
          <p:spPr>
            <a:xfrm>
              <a:off x="3805034" y="2662326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FD221B1-BF44-0F70-D27C-F7CAAF45227D}"/>
                </a:ext>
              </a:extLst>
            </p:cNvPr>
            <p:cNvSpPr/>
            <p:nvPr/>
          </p:nvSpPr>
          <p:spPr>
            <a:xfrm>
              <a:off x="3815216" y="2773566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16AE22E-7171-CE27-FB45-56758EE4A0A8}"/>
                </a:ext>
              </a:extLst>
            </p:cNvPr>
            <p:cNvSpPr/>
            <p:nvPr/>
          </p:nvSpPr>
          <p:spPr>
            <a:xfrm>
              <a:off x="3815216" y="2980438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28" name="ZoneTexte 48">
              <a:extLst>
                <a:ext uri="{FF2B5EF4-FFF2-40B4-BE49-F238E27FC236}">
                  <a16:creationId xmlns:a16="http://schemas.microsoft.com/office/drawing/2014/main" id="{3E399D20-B7E4-A16D-87EF-F9537EF16FEA}"/>
                </a:ext>
              </a:extLst>
            </p:cNvPr>
            <p:cNvSpPr txBox="1"/>
            <p:nvPr/>
          </p:nvSpPr>
          <p:spPr>
            <a:xfrm>
              <a:off x="3805034" y="2739435"/>
              <a:ext cx="28714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/>
                <a:t>…</a:t>
              </a:r>
            </a:p>
          </p:txBody>
        </p:sp>
        <p:cxnSp>
          <p:nvCxnSpPr>
            <p:cNvPr id="29" name="Connecteur droit 49">
              <a:extLst>
                <a:ext uri="{FF2B5EF4-FFF2-40B4-BE49-F238E27FC236}">
                  <a16:creationId xmlns:a16="http://schemas.microsoft.com/office/drawing/2014/main" id="{10424BBF-E5C8-4F48-DBC2-0A351D8A12E8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V="1">
              <a:off x="4092173" y="2845499"/>
              <a:ext cx="385763" cy="176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52">
              <a:extLst>
                <a:ext uri="{FF2B5EF4-FFF2-40B4-BE49-F238E27FC236}">
                  <a16:creationId xmlns:a16="http://schemas.microsoft.com/office/drawing/2014/main" id="{7130CDFD-785D-80E0-0D16-85E43B66BFEA}"/>
                </a:ext>
              </a:extLst>
            </p:cNvPr>
            <p:cNvCxnSpPr>
              <a:cxnSpLocks/>
            </p:cNvCxnSpPr>
            <p:nvPr/>
          </p:nvCxnSpPr>
          <p:spPr>
            <a:xfrm>
              <a:off x="4070331" y="2417081"/>
              <a:ext cx="353045" cy="353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55">
              <a:extLst>
                <a:ext uri="{FF2B5EF4-FFF2-40B4-BE49-F238E27FC236}">
                  <a16:creationId xmlns:a16="http://schemas.microsoft.com/office/drawing/2014/main" id="{8A992767-2740-B73A-F61A-EBEF194A21FB}"/>
                </a:ext>
              </a:extLst>
            </p:cNvPr>
            <p:cNvSpPr txBox="1"/>
            <p:nvPr/>
          </p:nvSpPr>
          <p:spPr>
            <a:xfrm>
              <a:off x="2858257" y="2212191"/>
              <a:ext cx="808411" cy="219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25" dirty="0"/>
                <a:t>Verbatims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D165A6-E5D2-09D1-957A-8F2F59FFD003}"/>
                </a:ext>
              </a:extLst>
            </p:cNvPr>
            <p:cNvSpPr/>
            <p:nvPr/>
          </p:nvSpPr>
          <p:spPr>
            <a:xfrm>
              <a:off x="3057257" y="2392882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224754-9D2D-76DF-1D99-4030C4E299F8}"/>
                </a:ext>
              </a:extLst>
            </p:cNvPr>
            <p:cNvSpPr/>
            <p:nvPr/>
          </p:nvSpPr>
          <p:spPr>
            <a:xfrm>
              <a:off x="3123983" y="3203973"/>
              <a:ext cx="276958" cy="837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cxnSp>
          <p:nvCxnSpPr>
            <p:cNvPr id="34" name="Connecteur droit 58">
              <a:extLst>
                <a:ext uri="{FF2B5EF4-FFF2-40B4-BE49-F238E27FC236}">
                  <a16:creationId xmlns:a16="http://schemas.microsoft.com/office/drawing/2014/main" id="{6EBD6909-2E52-9891-FFFA-3EA7B30560A1}"/>
                </a:ext>
              </a:extLst>
            </p:cNvPr>
            <p:cNvCxnSpPr>
              <a:cxnSpLocks/>
            </p:cNvCxnSpPr>
            <p:nvPr/>
          </p:nvCxnSpPr>
          <p:spPr>
            <a:xfrm>
              <a:off x="3351847" y="2405709"/>
              <a:ext cx="378843" cy="523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59">
              <a:extLst>
                <a:ext uri="{FF2B5EF4-FFF2-40B4-BE49-F238E27FC236}">
                  <a16:creationId xmlns:a16="http://schemas.microsoft.com/office/drawing/2014/main" id="{61CA776C-8066-1BDB-4310-248D9B156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8" y="3113871"/>
              <a:ext cx="403298" cy="214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9C017FA-439D-F3FB-4AC2-C458F2F9C561}"/>
                </a:ext>
              </a:extLst>
            </p:cNvPr>
            <p:cNvSpPr/>
            <p:nvPr/>
          </p:nvSpPr>
          <p:spPr>
            <a:xfrm>
              <a:off x="3815216" y="3174014"/>
              <a:ext cx="276958" cy="8376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FE57A440-5041-1950-DB51-376B61F0B4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796" b="322"/>
          <a:stretch/>
        </p:blipFill>
        <p:spPr>
          <a:xfrm>
            <a:off x="45748" y="262473"/>
            <a:ext cx="7291089" cy="37818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72549" y="305493"/>
            <a:ext cx="56329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buClr>
                <a:srgbClr val="FFFFFF"/>
              </a:buClr>
              <a:buSzPts val="1100"/>
              <a:defRPr/>
            </a:pPr>
            <a:r>
              <a:rPr lang="fr-FR" sz="1200" b="1" cap="all" dirty="0">
                <a:solidFill>
                  <a:schemeClr val="bg1"/>
                </a:solidFill>
                <a:ea typeface="+mj-ea"/>
                <a:cs typeface="+mj-cs"/>
                <a:sym typeface="Encode Sans"/>
              </a:rPr>
              <a:t>Main </a:t>
            </a:r>
            <a:r>
              <a:rPr lang="fr-FR" sz="1200" b="1" cap="all" dirty="0" err="1">
                <a:solidFill>
                  <a:schemeClr val="bg1"/>
                </a:solidFill>
                <a:ea typeface="+mj-ea"/>
                <a:cs typeface="+mj-cs"/>
                <a:sym typeface="Encode Sans"/>
              </a:rPr>
              <a:t>steps</a:t>
            </a:r>
            <a:endParaRPr lang="en-US" sz="1200" b="1" cap="all" dirty="0">
              <a:solidFill>
                <a:schemeClr val="bg1"/>
              </a:solidFill>
              <a:ea typeface="+mj-ea"/>
              <a:cs typeface="+mj-cs"/>
              <a:sym typeface="Encode San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7C948E-F02D-B6A2-6B19-256D6D857F09}"/>
              </a:ext>
            </a:extLst>
          </p:cNvPr>
          <p:cNvSpPr/>
          <p:nvPr/>
        </p:nvSpPr>
        <p:spPr>
          <a:xfrm>
            <a:off x="4946120" y="1398474"/>
            <a:ext cx="1385688" cy="220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fr-FR" sz="83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Reduction of the topics </a:t>
            </a:r>
            <a:r>
              <a:rPr lang="fr-FR" sz="83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list</a:t>
            </a:r>
            <a:endParaRPr lang="fr-FR" sz="83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09351F3-0FCF-D6D4-1D56-A8CC33A36A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8</a:t>
            </a:fld>
            <a:endParaRPr lang="fr-FR">
              <a:solidFill>
                <a:prstClr val="white"/>
              </a:solidFill>
            </a:endParaRP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486F3DFD-E247-40D9-DA00-1FE46F6A1CC8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1902162" y="4598739"/>
            <a:ext cx="1391902" cy="8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A480F-CB09-C40A-C23E-D97EFC8556C3}"/>
              </a:ext>
            </a:extLst>
          </p:cNvPr>
          <p:cNvSpPr/>
          <p:nvPr/>
        </p:nvSpPr>
        <p:spPr>
          <a:xfrm>
            <a:off x="1924669" y="4417158"/>
            <a:ext cx="1284468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9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Matched Topics List </a:t>
            </a:r>
          </a:p>
          <a:p>
            <a:pPr algn="ctr" defTabSz="685800">
              <a:buClrTx/>
            </a:pPr>
            <a:r>
              <a:rPr lang="en-US" sz="825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(similarty score + similarity threshold)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7A4640-20EF-CAFE-0679-C89E83611F62}"/>
              </a:ext>
            </a:extLst>
          </p:cNvPr>
          <p:cNvSpPr/>
          <p:nvPr/>
        </p:nvSpPr>
        <p:spPr>
          <a:xfrm>
            <a:off x="3294064" y="4283332"/>
            <a:ext cx="1772312" cy="647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Best similiraty score </a:t>
            </a:r>
          </a:p>
          <a:p>
            <a:pPr algn="ctr" defTabSz="685800">
              <a:buClrTx/>
              <a:defRPr/>
            </a:pP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or</a:t>
            </a:r>
          </a:p>
          <a:p>
            <a:pPr algn="ctr" defTabSz="685800">
              <a:buClrTx/>
              <a:defRPr/>
            </a:pP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 LLM</a:t>
            </a:r>
          </a:p>
        </p:txBody>
      </p:sp>
      <p:pic>
        <p:nvPicPr>
          <p:cNvPr id="42" name="Image 56">
            <a:extLst>
              <a:ext uri="{FF2B5EF4-FFF2-40B4-BE49-F238E27FC236}">
                <a16:creationId xmlns:a16="http://schemas.microsoft.com/office/drawing/2014/main" id="{1BC9B292-8710-BA4D-CD48-C700181E3E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56" b="90556" l="10000" r="91111">
                        <a14:foregroundMark x1="33611" y1="15833" x2="33611" y2="15833"/>
                        <a14:foregroundMark x1="21944" y1="30000" x2="21944" y2="30000"/>
                        <a14:foregroundMark x1="16111" y1="41111" x2="16111" y2="41111"/>
                        <a14:foregroundMark x1="47222" y1="58056" x2="47222" y2="58056"/>
                        <a14:foregroundMark x1="13333" y1="56111" x2="13333" y2="56111"/>
                        <a14:foregroundMark x1="20278" y1="71944" x2="20278" y2="71944"/>
                        <a14:foregroundMark x1="36389" y1="85556" x2="36389" y2="85556"/>
                        <a14:foregroundMark x1="53056" y1="91111" x2="53056" y2="91111"/>
                        <a14:foregroundMark x1="59722" y1="43056" x2="59722" y2="43056"/>
                        <a14:foregroundMark x1="50833" y1="52222" x2="50833" y2="52222"/>
                        <a14:foregroundMark x1="35833" y1="50278" x2="35833" y2="50278"/>
                        <a14:foregroundMark x1="39722" y1="55833" x2="39722" y2="55833"/>
                        <a14:foregroundMark x1="58056" y1="50556" x2="58056" y2="50556"/>
                        <a14:foregroundMark x1="68611" y1="40556" x2="68611" y2="40556"/>
                        <a14:foregroundMark x1="65000" y1="38889" x2="65000" y2="38889"/>
                        <a14:foregroundMark x1="62500" y1="44167" x2="62500" y2="44167"/>
                        <a14:foregroundMark x1="59722" y1="46667" x2="59722" y2="46667"/>
                        <a14:foregroundMark x1="52500" y1="8333" x2="52500" y2="8333"/>
                        <a14:foregroundMark x1="91111" y1="45278" x2="91111" y2="452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34579" y="3864230"/>
            <a:ext cx="404946" cy="40494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FBD4ACF-0824-099A-5C04-2F250849D17A}"/>
              </a:ext>
            </a:extLst>
          </p:cNvPr>
          <p:cNvSpPr/>
          <p:nvPr/>
        </p:nvSpPr>
        <p:spPr>
          <a:xfrm>
            <a:off x="6272103" y="4283332"/>
            <a:ext cx="1548530" cy="647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350" kern="1200" dirty="0">
                <a:solidFill>
                  <a:prstClr val="white"/>
                </a:solidFill>
                <a:latin typeface="Calibri" panose="020F0502020204030204"/>
              </a:rPr>
              <a:t>Classified</a:t>
            </a: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 Verbatims</a:t>
            </a:r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857C2D5E-ABF4-EEC8-B244-D8B79FC05D49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>
            <a:off x="5066376" y="4606962"/>
            <a:ext cx="1205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F77F5091-66C5-1E2C-EFA7-A7B5C32AFB68}"/>
              </a:ext>
            </a:extLst>
          </p:cNvPr>
          <p:cNvSpPr/>
          <p:nvPr/>
        </p:nvSpPr>
        <p:spPr>
          <a:xfrm>
            <a:off x="416978" y="4570853"/>
            <a:ext cx="1394999" cy="498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fr-FR" sz="1350" kern="1200" dirty="0">
                <a:solidFill>
                  <a:prstClr val="white"/>
                </a:solidFill>
                <a:latin typeface="Calibri" panose="020F0502020204030204"/>
              </a:rPr>
              <a:t>New Verbatims List</a:t>
            </a:r>
          </a:p>
        </p:txBody>
      </p:sp>
      <p:pic>
        <p:nvPicPr>
          <p:cNvPr id="3" name="Image 54">
            <a:extLst>
              <a:ext uri="{FF2B5EF4-FFF2-40B4-BE49-F238E27FC236}">
                <a16:creationId xmlns:a16="http://schemas.microsoft.com/office/drawing/2014/main" id="{42531BE9-90E5-968C-60A6-9C1D63AC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203" y="854704"/>
            <a:ext cx="469232" cy="469232"/>
          </a:xfrm>
          <a:prstGeom prst="rect">
            <a:avLst/>
          </a:prstGeom>
        </p:spPr>
      </p:pic>
      <p:pic>
        <p:nvPicPr>
          <p:cNvPr id="4" name="Image 56">
            <a:extLst>
              <a:ext uri="{FF2B5EF4-FFF2-40B4-BE49-F238E27FC236}">
                <a16:creationId xmlns:a16="http://schemas.microsoft.com/office/drawing/2014/main" id="{FDA47834-6539-18BF-6944-0947128EC9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056" b="90556" l="10000" r="91111">
                        <a14:foregroundMark x1="33611" y1="15833" x2="33611" y2="15833"/>
                        <a14:foregroundMark x1="21944" y1="30000" x2="21944" y2="30000"/>
                        <a14:foregroundMark x1="16111" y1="41111" x2="16111" y2="41111"/>
                        <a14:foregroundMark x1="47222" y1="58056" x2="47222" y2="58056"/>
                        <a14:foregroundMark x1="13333" y1="56111" x2="13333" y2="56111"/>
                        <a14:foregroundMark x1="20278" y1="71944" x2="20278" y2="71944"/>
                        <a14:foregroundMark x1="36389" y1="85556" x2="36389" y2="85556"/>
                        <a14:foregroundMark x1="53056" y1="91111" x2="53056" y2="91111"/>
                        <a14:foregroundMark x1="59722" y1="43056" x2="59722" y2="43056"/>
                        <a14:foregroundMark x1="50833" y1="52222" x2="50833" y2="52222"/>
                        <a14:foregroundMark x1="35833" y1="50278" x2="35833" y2="50278"/>
                        <a14:foregroundMark x1="39722" y1="55833" x2="39722" y2="55833"/>
                        <a14:foregroundMark x1="58056" y1="50556" x2="58056" y2="50556"/>
                        <a14:foregroundMark x1="68611" y1="40556" x2="68611" y2="40556"/>
                        <a14:foregroundMark x1="65000" y1="38889" x2="65000" y2="38889"/>
                        <a14:foregroundMark x1="62500" y1="44167" x2="62500" y2="44167"/>
                        <a14:foregroundMark x1="59722" y1="46667" x2="59722" y2="46667"/>
                        <a14:foregroundMark x1="52500" y1="8333" x2="52500" y2="8333"/>
                        <a14:foregroundMark x1="91111" y1="45278" x2="91111" y2="452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2774" y="3866823"/>
            <a:ext cx="404946" cy="4049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9F4A4D-6694-CDFD-2272-66262F461A7D}"/>
              </a:ext>
            </a:extLst>
          </p:cNvPr>
          <p:cNvSpPr/>
          <p:nvPr/>
        </p:nvSpPr>
        <p:spPr>
          <a:xfrm>
            <a:off x="5114956" y="4379448"/>
            <a:ext cx="932441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US" sz="825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Classification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8CBB2B-C777-FFCF-1D2F-C35750493526}"/>
              </a:ext>
            </a:extLst>
          </p:cNvPr>
          <p:cNvSpPr txBox="1"/>
          <p:nvPr/>
        </p:nvSpPr>
        <p:spPr>
          <a:xfrm>
            <a:off x="0" y="762745"/>
            <a:ext cx="5658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📌 </a:t>
            </a:r>
            <a:r>
              <a:rPr 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Step 1 : defined the list of topics , Subcategories and categories </a:t>
            </a:r>
          </a:p>
        </p:txBody>
      </p:sp>
      <p:sp>
        <p:nvSpPr>
          <p:cNvPr id="47" name="TextBox 56">
            <a:extLst>
              <a:ext uri="{FF2B5EF4-FFF2-40B4-BE49-F238E27FC236}">
                <a16:creationId xmlns:a16="http://schemas.microsoft.com/office/drawing/2014/main" id="{610B15A8-5978-C2B3-4F9D-994C40AB6C50}"/>
              </a:ext>
            </a:extLst>
          </p:cNvPr>
          <p:cNvSpPr txBox="1"/>
          <p:nvPr/>
        </p:nvSpPr>
        <p:spPr>
          <a:xfrm>
            <a:off x="34675" y="3449235"/>
            <a:ext cx="3734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📌 </a:t>
            </a:r>
            <a:r>
              <a:rPr 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Step 2 :  Strategy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6974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Freeform 3">
            <a:extLst>
              <a:ext uri="{FF2B5EF4-FFF2-40B4-BE49-F238E27FC236}">
                <a16:creationId xmlns:a16="http://schemas.microsoft.com/office/drawing/2014/main" id="{CC08A2C0-448B-F39E-41A7-6DBF1977C357}"/>
              </a:ext>
            </a:extLst>
          </p:cNvPr>
          <p:cNvSpPr/>
          <p:nvPr/>
        </p:nvSpPr>
        <p:spPr>
          <a:xfrm>
            <a:off x="41694" y="305452"/>
            <a:ext cx="1797715" cy="2754027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/>
          <a:lstStyle/>
          <a:p>
            <a:endParaRPr lang="ar-SA" sz="1100"/>
          </a:p>
        </p:txBody>
      </p:sp>
      <p:sp>
        <p:nvSpPr>
          <p:cNvPr id="1263" name="Freeform 3">
            <a:extLst>
              <a:ext uri="{FF2B5EF4-FFF2-40B4-BE49-F238E27FC236}">
                <a16:creationId xmlns:a16="http://schemas.microsoft.com/office/drawing/2014/main" id="{256B5DF1-4B99-8605-2105-45B2F8B87E50}"/>
              </a:ext>
            </a:extLst>
          </p:cNvPr>
          <p:cNvSpPr/>
          <p:nvPr/>
        </p:nvSpPr>
        <p:spPr>
          <a:xfrm>
            <a:off x="3766930" y="2312022"/>
            <a:ext cx="5377070" cy="2789966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ar-SA" sz="1100"/>
          </a:p>
        </p:txBody>
      </p:sp>
      <p:sp>
        <p:nvSpPr>
          <p:cNvPr id="1080" name="Freeform 3">
            <a:extLst>
              <a:ext uri="{FF2B5EF4-FFF2-40B4-BE49-F238E27FC236}">
                <a16:creationId xmlns:a16="http://schemas.microsoft.com/office/drawing/2014/main" id="{B4BA5248-080B-FD8C-3632-6BBA40E93D91}"/>
              </a:ext>
            </a:extLst>
          </p:cNvPr>
          <p:cNvSpPr/>
          <p:nvPr/>
        </p:nvSpPr>
        <p:spPr>
          <a:xfrm>
            <a:off x="1887377" y="296757"/>
            <a:ext cx="7215655" cy="1985144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ar-SA" sz="1100"/>
          </a:p>
        </p:txBody>
      </p:sp>
      <p:sp>
        <p:nvSpPr>
          <p:cNvPr id="1079" name="Freeform 3">
            <a:extLst>
              <a:ext uri="{FF2B5EF4-FFF2-40B4-BE49-F238E27FC236}">
                <a16:creationId xmlns:a16="http://schemas.microsoft.com/office/drawing/2014/main" id="{F26DAABD-99CF-764A-B8EC-5C8BAFC64125}"/>
              </a:ext>
            </a:extLst>
          </p:cNvPr>
          <p:cNvSpPr/>
          <p:nvPr/>
        </p:nvSpPr>
        <p:spPr>
          <a:xfrm>
            <a:off x="3820346" y="2340961"/>
            <a:ext cx="5263505" cy="2729255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50800" dir="5400000" algn="ctr" rotWithShape="0">
              <a:schemeClr val="accent3">
                <a:lumMod val="20000"/>
                <a:lumOff val="80000"/>
              </a:schemeClr>
            </a:outerShdw>
          </a:effectLst>
        </p:spPr>
        <p:txBody>
          <a:bodyPr/>
          <a:lstStyle/>
          <a:p>
            <a:endParaRPr lang="ar-SA" sz="1100"/>
          </a:p>
        </p:txBody>
      </p:sp>
      <p:sp>
        <p:nvSpPr>
          <p:cNvPr id="1035" name="Rectangle : coins arrondis 1034">
            <a:extLst>
              <a:ext uri="{FF2B5EF4-FFF2-40B4-BE49-F238E27FC236}">
                <a16:creationId xmlns:a16="http://schemas.microsoft.com/office/drawing/2014/main" id="{73A02FC5-4CEC-0F06-DE10-AF2043AB2448}"/>
              </a:ext>
            </a:extLst>
          </p:cNvPr>
          <p:cNvSpPr/>
          <p:nvPr/>
        </p:nvSpPr>
        <p:spPr>
          <a:xfrm>
            <a:off x="5593645" y="4291310"/>
            <a:ext cx="504089" cy="4435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33" name="Rectangle : coins arrondis 1032">
            <a:extLst>
              <a:ext uri="{FF2B5EF4-FFF2-40B4-BE49-F238E27FC236}">
                <a16:creationId xmlns:a16="http://schemas.microsoft.com/office/drawing/2014/main" id="{5EA627D6-E020-511D-DEA8-D1AAAB882183}"/>
              </a:ext>
            </a:extLst>
          </p:cNvPr>
          <p:cNvSpPr/>
          <p:nvPr/>
        </p:nvSpPr>
        <p:spPr>
          <a:xfrm>
            <a:off x="4956925" y="4245028"/>
            <a:ext cx="534670" cy="5118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2EF05358-DA5E-0D31-375E-671962A6CB40}"/>
              </a:ext>
            </a:extLst>
          </p:cNvPr>
          <p:cNvSpPr/>
          <p:nvPr/>
        </p:nvSpPr>
        <p:spPr>
          <a:xfrm>
            <a:off x="328133" y="489348"/>
            <a:ext cx="328570" cy="416881"/>
          </a:xfrm>
          <a:custGeom>
            <a:avLst/>
            <a:gdLst/>
            <a:ahLst/>
            <a:cxnLst/>
            <a:rect l="l" t="t" r="r" b="b"/>
            <a:pathLst>
              <a:path w="1489670" h="1728520">
                <a:moveTo>
                  <a:pt x="0" y="0"/>
                </a:moveTo>
                <a:lnTo>
                  <a:pt x="1489670" y="0"/>
                </a:lnTo>
                <a:lnTo>
                  <a:pt x="1489670" y="1728520"/>
                </a:lnTo>
                <a:lnTo>
                  <a:pt x="0" y="172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188ADDE3-DFB4-E9F8-7D6E-0C1A4A4FBDD2}"/>
              </a:ext>
            </a:extLst>
          </p:cNvPr>
          <p:cNvSpPr/>
          <p:nvPr/>
        </p:nvSpPr>
        <p:spPr>
          <a:xfrm>
            <a:off x="337634" y="1331526"/>
            <a:ext cx="376563" cy="357159"/>
          </a:xfrm>
          <a:custGeom>
            <a:avLst/>
            <a:gdLst/>
            <a:ahLst/>
            <a:cxnLst/>
            <a:rect l="l" t="t" r="r" b="b"/>
            <a:pathLst>
              <a:path w="951634" h="1176177">
                <a:moveTo>
                  <a:pt x="0" y="0"/>
                </a:moveTo>
                <a:lnTo>
                  <a:pt x="951634" y="0"/>
                </a:lnTo>
                <a:lnTo>
                  <a:pt x="951634" y="1176177"/>
                </a:lnTo>
                <a:lnTo>
                  <a:pt x="0" y="11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6F24391F-A852-99E4-FBB2-532DA8D4276E}"/>
              </a:ext>
            </a:extLst>
          </p:cNvPr>
          <p:cNvSpPr txBox="1"/>
          <p:nvPr/>
        </p:nvSpPr>
        <p:spPr>
          <a:xfrm>
            <a:off x="180190" y="75805"/>
            <a:ext cx="2204609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pc="-1">
                <a:solidFill>
                  <a:srgbClr val="103563"/>
                </a:solidFill>
                <a:latin typeface="+mj-lt"/>
                <a:ea typeface="DejaVu Sans"/>
              </a:rPr>
              <a:t>Global WORKFLOW </a:t>
            </a:r>
            <a:endParaRPr lang="fr-FR" sz="1200" spc="-1">
              <a:solidFill>
                <a:srgbClr val="103563"/>
              </a:solidFill>
              <a:latin typeface="+mj-lt"/>
              <a:ea typeface="DejaVu Sans"/>
            </a:endParaRP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1D0848E9-80BB-131B-D579-02F573A0BC9B}"/>
              </a:ext>
            </a:extLst>
          </p:cNvPr>
          <p:cNvSpPr/>
          <p:nvPr/>
        </p:nvSpPr>
        <p:spPr>
          <a:xfrm>
            <a:off x="763580" y="1019277"/>
            <a:ext cx="997061" cy="364019"/>
          </a:xfrm>
          <a:custGeom>
            <a:avLst/>
            <a:gdLst/>
            <a:ahLst/>
            <a:cxnLst/>
            <a:rect l="l" t="t" r="r" b="b"/>
            <a:pathLst>
              <a:path w="628158" h="823561">
                <a:moveTo>
                  <a:pt x="628158" y="0"/>
                </a:moveTo>
                <a:lnTo>
                  <a:pt x="628158" y="709261"/>
                </a:lnTo>
                <a:lnTo>
                  <a:pt x="314079" y="823561"/>
                </a:lnTo>
                <a:lnTo>
                  <a:pt x="0" y="709261"/>
                </a:lnTo>
                <a:lnTo>
                  <a:pt x="0" y="0"/>
                </a:lnTo>
                <a:lnTo>
                  <a:pt x="628158" y="0"/>
                </a:lnTo>
                <a:close/>
              </a:path>
            </a:pathLst>
          </a:custGeom>
          <a:solidFill>
            <a:srgbClr val="72D6FE"/>
          </a:solidFill>
        </p:spPr>
        <p:txBody>
          <a:bodyPr/>
          <a:lstStyle/>
          <a:p>
            <a:r>
              <a:rPr lang="en-US" sz="800" b="1" i="1" dirty="0"/>
              <a:t> </a:t>
            </a:r>
            <a:r>
              <a:rPr lang="en-US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data from customer  surveys</a:t>
            </a:r>
            <a:endParaRPr lang="ar-SA" sz="8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8CEB9308-D154-2014-9133-B82B414598B4}"/>
              </a:ext>
            </a:extLst>
          </p:cNvPr>
          <p:cNvSpPr txBox="1"/>
          <p:nvPr/>
        </p:nvSpPr>
        <p:spPr>
          <a:xfrm>
            <a:off x="230117" y="1532562"/>
            <a:ext cx="690315" cy="270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fr-FR" sz="9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 Bold"/>
              </a:rPr>
              <a:t>2500</a:t>
            </a:r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 Bold"/>
              </a:rPr>
              <a:t> Verbatims</a:t>
            </a:r>
            <a:endParaRPr lang="en-US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Open Sans Bold"/>
            </a:endParaRPr>
          </a:p>
        </p:txBody>
      </p:sp>
      <p:grpSp>
        <p:nvGrpSpPr>
          <p:cNvPr id="23" name="Group 6">
            <a:extLst>
              <a:ext uri="{FF2B5EF4-FFF2-40B4-BE49-F238E27FC236}">
                <a16:creationId xmlns:a16="http://schemas.microsoft.com/office/drawing/2014/main" id="{394B30BC-24D3-23F1-617F-EB981A989E0F}"/>
              </a:ext>
            </a:extLst>
          </p:cNvPr>
          <p:cNvGrpSpPr/>
          <p:nvPr/>
        </p:nvGrpSpPr>
        <p:grpSpPr>
          <a:xfrm>
            <a:off x="-1885827" y="1532562"/>
            <a:ext cx="2461101" cy="593972"/>
            <a:chOff x="2442736" y="-186654"/>
            <a:chExt cx="11541745" cy="1907264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4B43E18D-8701-DB1B-A21E-3EBC9BB0EEB9}"/>
                </a:ext>
              </a:extLst>
            </p:cNvPr>
            <p:cNvSpPr/>
            <p:nvPr/>
          </p:nvSpPr>
          <p:spPr>
            <a:xfrm>
              <a:off x="13459503" y="746185"/>
              <a:ext cx="524978" cy="974425"/>
            </a:xfrm>
            <a:custGeom>
              <a:avLst/>
              <a:gdLst/>
              <a:ahLst/>
              <a:cxnLst/>
              <a:rect l="l" t="t" r="r" b="b"/>
              <a:pathLst>
                <a:path w="524978" h="974425">
                  <a:moveTo>
                    <a:pt x="262489" y="974425"/>
                  </a:moveTo>
                  <a:lnTo>
                    <a:pt x="0" y="568025"/>
                  </a:lnTo>
                  <a:lnTo>
                    <a:pt x="203200" y="568025"/>
                  </a:lnTo>
                  <a:lnTo>
                    <a:pt x="203200" y="0"/>
                  </a:lnTo>
                  <a:lnTo>
                    <a:pt x="321778" y="0"/>
                  </a:lnTo>
                  <a:lnTo>
                    <a:pt x="321778" y="568025"/>
                  </a:lnTo>
                  <a:lnTo>
                    <a:pt x="524978" y="568025"/>
                  </a:lnTo>
                  <a:lnTo>
                    <a:pt x="262489" y="974425"/>
                  </a:lnTo>
                  <a:close/>
                </a:path>
              </a:pathLst>
            </a:custGeom>
            <a:solidFill>
              <a:srgbClr val="13508B"/>
            </a:solidFill>
          </p:spPr>
          <p:txBody>
            <a:bodyPr/>
            <a:lstStyle/>
            <a:p>
              <a:endParaRPr lang="ar-SA" sz="1100"/>
            </a:p>
          </p:txBody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53C2738A-9F55-D1DC-8259-6D4C27A39B2C}"/>
                </a:ext>
              </a:extLst>
            </p:cNvPr>
            <p:cNvSpPr txBox="1"/>
            <p:nvPr/>
          </p:nvSpPr>
          <p:spPr>
            <a:xfrm>
              <a:off x="2442736" y="-186654"/>
              <a:ext cx="118579" cy="910926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1994"/>
                </a:lnSpc>
                <a:spcBef>
                  <a:spcPct val="0"/>
                </a:spcBef>
              </a:pPr>
              <a:endParaRPr sz="1100"/>
            </a:p>
          </p:txBody>
        </p:sp>
      </p:grpSp>
      <p:sp>
        <p:nvSpPr>
          <p:cNvPr id="26" name="Freeform 16">
            <a:extLst>
              <a:ext uri="{FF2B5EF4-FFF2-40B4-BE49-F238E27FC236}">
                <a16:creationId xmlns:a16="http://schemas.microsoft.com/office/drawing/2014/main" id="{4767EA7B-BAE5-F6BD-2B30-07830162179F}"/>
              </a:ext>
            </a:extLst>
          </p:cNvPr>
          <p:cNvSpPr/>
          <p:nvPr/>
        </p:nvSpPr>
        <p:spPr>
          <a:xfrm>
            <a:off x="767295" y="1798137"/>
            <a:ext cx="1050425" cy="364019"/>
          </a:xfrm>
          <a:custGeom>
            <a:avLst/>
            <a:gdLst/>
            <a:ahLst/>
            <a:cxnLst/>
            <a:rect l="l" t="t" r="r" b="b"/>
            <a:pathLst>
              <a:path w="628158" h="823561">
                <a:moveTo>
                  <a:pt x="628158" y="0"/>
                </a:moveTo>
                <a:lnTo>
                  <a:pt x="628158" y="709261"/>
                </a:lnTo>
                <a:lnTo>
                  <a:pt x="314079" y="823561"/>
                </a:lnTo>
                <a:lnTo>
                  <a:pt x="0" y="709261"/>
                </a:lnTo>
                <a:lnTo>
                  <a:pt x="0" y="0"/>
                </a:lnTo>
                <a:lnTo>
                  <a:pt x="628158" y="0"/>
                </a:lnTo>
                <a:close/>
              </a:path>
            </a:pathLst>
          </a:custGeom>
          <a:solidFill>
            <a:srgbClr val="72D6FE"/>
          </a:solidFill>
        </p:spPr>
        <p:txBody>
          <a:bodyPr/>
          <a:lstStyle/>
          <a:p>
            <a:r>
              <a:rPr lang="fr-FR" sz="8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StopwordsRemoval</a:t>
            </a:r>
            <a:endParaRPr lang="fr-FR" sz="8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8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sz="8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</a:t>
            </a:r>
            <a:endParaRPr lang="fr-FR" sz="8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900" b="1"/>
          </a:p>
          <a:p>
            <a:endParaRPr lang="ar-SA" sz="900" b="1" i="1"/>
          </a:p>
        </p:txBody>
      </p:sp>
      <p:pic>
        <p:nvPicPr>
          <p:cNvPr id="27" name="Image 26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A7C8E97D-500E-7792-FBB7-256EB8803A1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tretch>
            <a:fillRect/>
          </a:stretch>
        </p:blipFill>
        <p:spPr>
          <a:xfrm>
            <a:off x="180190" y="2236650"/>
            <a:ext cx="1023523" cy="639702"/>
          </a:xfrm>
          <a:prstGeom prst="rect">
            <a:avLst/>
          </a:prstGeom>
        </p:spPr>
      </p:pic>
      <p:grpSp>
        <p:nvGrpSpPr>
          <p:cNvPr id="28" name="Group 6">
            <a:extLst>
              <a:ext uri="{FF2B5EF4-FFF2-40B4-BE49-F238E27FC236}">
                <a16:creationId xmlns:a16="http://schemas.microsoft.com/office/drawing/2014/main" id="{E16B6D19-3C13-C3DC-5D39-5FB29AD88C52}"/>
              </a:ext>
            </a:extLst>
          </p:cNvPr>
          <p:cNvGrpSpPr/>
          <p:nvPr/>
        </p:nvGrpSpPr>
        <p:grpSpPr>
          <a:xfrm>
            <a:off x="-2526585" y="709905"/>
            <a:ext cx="3101859" cy="593972"/>
            <a:chOff x="2442736" y="-186654"/>
            <a:chExt cx="11541745" cy="1907264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D54DFFE-9270-071D-A56B-F78C34C87B89}"/>
                </a:ext>
              </a:extLst>
            </p:cNvPr>
            <p:cNvSpPr/>
            <p:nvPr/>
          </p:nvSpPr>
          <p:spPr>
            <a:xfrm>
              <a:off x="13459503" y="746185"/>
              <a:ext cx="524978" cy="974425"/>
            </a:xfrm>
            <a:custGeom>
              <a:avLst/>
              <a:gdLst/>
              <a:ahLst/>
              <a:cxnLst/>
              <a:rect l="l" t="t" r="r" b="b"/>
              <a:pathLst>
                <a:path w="524978" h="974425">
                  <a:moveTo>
                    <a:pt x="262489" y="974425"/>
                  </a:moveTo>
                  <a:lnTo>
                    <a:pt x="0" y="568025"/>
                  </a:lnTo>
                  <a:lnTo>
                    <a:pt x="203200" y="568025"/>
                  </a:lnTo>
                  <a:lnTo>
                    <a:pt x="203200" y="0"/>
                  </a:lnTo>
                  <a:lnTo>
                    <a:pt x="321778" y="0"/>
                  </a:lnTo>
                  <a:lnTo>
                    <a:pt x="321778" y="568025"/>
                  </a:lnTo>
                  <a:lnTo>
                    <a:pt x="524978" y="568025"/>
                  </a:lnTo>
                  <a:lnTo>
                    <a:pt x="262489" y="974425"/>
                  </a:lnTo>
                  <a:close/>
                </a:path>
              </a:pathLst>
            </a:custGeom>
            <a:solidFill>
              <a:srgbClr val="13508B"/>
            </a:solidFill>
          </p:spPr>
          <p:txBody>
            <a:bodyPr/>
            <a:lstStyle/>
            <a:p>
              <a:endParaRPr lang="ar-SA" sz="1100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A179AE4-B0BC-89EE-B5ED-3F4FE544BC7A}"/>
                </a:ext>
              </a:extLst>
            </p:cNvPr>
            <p:cNvSpPr txBox="1"/>
            <p:nvPr/>
          </p:nvSpPr>
          <p:spPr>
            <a:xfrm>
              <a:off x="2442736" y="-186654"/>
              <a:ext cx="118579" cy="910926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1994"/>
                </a:lnSpc>
                <a:spcBef>
                  <a:spcPct val="0"/>
                </a:spcBef>
              </a:pPr>
              <a:endParaRPr sz="1100"/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D48DEE42-7A2C-EEBE-225E-965F7BC54DB7}"/>
              </a:ext>
            </a:extLst>
          </p:cNvPr>
          <p:cNvSpPr txBox="1"/>
          <p:nvPr/>
        </p:nvSpPr>
        <p:spPr>
          <a:xfrm>
            <a:off x="41694" y="2844035"/>
            <a:ext cx="17004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155 </a:t>
            </a:r>
            <a:r>
              <a:rPr lang="fr-FR" sz="8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Irrelevant</a:t>
            </a:r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</a:t>
            </a:r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</a:t>
            </a:r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ar-SA" sz="8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56393B8-ADA6-CBDB-77EB-3A071A50FC0C}"/>
              </a:ext>
            </a:extLst>
          </p:cNvPr>
          <p:cNvSpPr txBox="1"/>
          <p:nvPr/>
        </p:nvSpPr>
        <p:spPr>
          <a:xfrm>
            <a:off x="3878410" y="266434"/>
            <a:ext cx="360045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1050" b="1" i="1">
                <a:latin typeface="Calibri" panose="020F0502020204030204" pitchFamily="34" charset="0"/>
                <a:ea typeface="Calibri" panose="020F0502020204030204" pitchFamily="34" charset="0"/>
              </a:rPr>
              <a:t>Topic </a:t>
            </a:r>
            <a:r>
              <a:rPr lang="fr-FR" sz="1050" b="1" i="1" err="1">
                <a:latin typeface="Calibri" panose="020F0502020204030204" pitchFamily="34" charset="0"/>
                <a:ea typeface="Calibri" panose="020F0502020204030204" pitchFamily="34" charset="0"/>
              </a:rPr>
              <a:t>Generation</a:t>
            </a:r>
            <a:r>
              <a:rPr lang="fr-FR" sz="1050" b="1" i="1">
                <a:latin typeface="Calibri" panose="020F0502020204030204" pitchFamily="34" charset="0"/>
                <a:ea typeface="Calibri" panose="020F0502020204030204" pitchFamily="34" charset="0"/>
              </a:rPr>
              <a:t> via </a:t>
            </a:r>
            <a:r>
              <a:rPr lang="fr-FR" sz="1050" b="1" i="1" err="1">
                <a:latin typeface="Calibri" panose="020F0502020204030204" pitchFamily="34" charset="0"/>
                <a:ea typeface="Calibri" panose="020F0502020204030204" pitchFamily="34" charset="0"/>
              </a:rPr>
              <a:t>LLMs</a:t>
            </a:r>
            <a:r>
              <a:rPr lang="fr-FR" sz="1050" b="1" i="1">
                <a:latin typeface="Calibri" panose="020F0502020204030204" pitchFamily="34" charset="0"/>
                <a:ea typeface="Calibri" panose="020F0502020204030204" pitchFamily="34" charset="0"/>
              </a:rPr>
              <a:t>  (DBRX model</a:t>
            </a:r>
            <a:r>
              <a:rPr lang="fr-FR" sz="1000" b="1" i="1"/>
              <a:t>)</a:t>
            </a:r>
            <a:endParaRPr lang="ar-SA" sz="1000" b="1" i="1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583821E3-E753-100A-934E-C89F3036A5DD}"/>
              </a:ext>
            </a:extLst>
          </p:cNvPr>
          <p:cNvSpPr/>
          <p:nvPr/>
        </p:nvSpPr>
        <p:spPr>
          <a:xfrm>
            <a:off x="1998893" y="697789"/>
            <a:ext cx="1017358" cy="12874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666C81B-72BB-7081-5F91-DEF59A7D141E}"/>
              </a:ext>
            </a:extLst>
          </p:cNvPr>
          <p:cNvSpPr txBox="1"/>
          <p:nvPr/>
        </p:nvSpPr>
        <p:spPr>
          <a:xfrm>
            <a:off x="1941484" y="762091"/>
            <a:ext cx="1582272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endParaRPr lang="ar-SA" sz="9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36857F-4218-91B3-F1E4-2DED90FCDAC2}"/>
              </a:ext>
            </a:extLst>
          </p:cNvPr>
          <p:cNvSpPr/>
          <p:nvPr/>
        </p:nvSpPr>
        <p:spPr>
          <a:xfrm>
            <a:off x="2098948" y="1048956"/>
            <a:ext cx="792584" cy="21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129824-6C2B-86FF-BCB7-1CC977961C23}"/>
              </a:ext>
            </a:extLst>
          </p:cNvPr>
          <p:cNvSpPr/>
          <p:nvPr/>
        </p:nvSpPr>
        <p:spPr>
          <a:xfrm>
            <a:off x="2098948" y="1335591"/>
            <a:ext cx="792584" cy="21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7856C6-BA17-B7CF-8773-85D0E2D92265}"/>
              </a:ext>
            </a:extLst>
          </p:cNvPr>
          <p:cNvSpPr/>
          <p:nvPr/>
        </p:nvSpPr>
        <p:spPr>
          <a:xfrm>
            <a:off x="2098948" y="1640400"/>
            <a:ext cx="792584" cy="21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Verbatims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F86F1F0B-BDC1-FB5B-5B19-56FE3D48EBD6}"/>
              </a:ext>
            </a:extLst>
          </p:cNvPr>
          <p:cNvSpPr/>
          <p:nvPr/>
        </p:nvSpPr>
        <p:spPr>
          <a:xfrm>
            <a:off x="3236517" y="711739"/>
            <a:ext cx="1326719" cy="142873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1100"/>
              <a:t> </a:t>
            </a:r>
            <a:endParaRPr lang="ar-SA" sz="11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13CC56-684C-6BED-EB06-81DF7B605F86}"/>
              </a:ext>
            </a:extLst>
          </p:cNvPr>
          <p:cNvSpPr/>
          <p:nvPr/>
        </p:nvSpPr>
        <p:spPr>
          <a:xfrm>
            <a:off x="3358329" y="811900"/>
            <a:ext cx="1057407" cy="298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LLMS (DBRX</a:t>
            </a:r>
            <a:r>
              <a:rPr lang="fr-FR" sz="700" b="1" i="1"/>
              <a:t>)</a:t>
            </a:r>
            <a:endParaRPr lang="ar-SA" sz="700" b="1" i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1F9AB3-E7FE-399A-34A5-45EF3F947904}"/>
              </a:ext>
            </a:extLst>
          </p:cNvPr>
          <p:cNvSpPr/>
          <p:nvPr/>
        </p:nvSpPr>
        <p:spPr>
          <a:xfrm>
            <a:off x="3352606" y="1515465"/>
            <a:ext cx="1112070" cy="269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</a:t>
            </a:r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billions of </a:t>
            </a:r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parametres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7FEC16B-6B5D-D673-8BCE-F8CACB768B51}"/>
              </a:ext>
            </a:extLst>
          </p:cNvPr>
          <p:cNvCxnSpPr>
            <a:cxnSpLocks/>
          </p:cNvCxnSpPr>
          <p:nvPr/>
        </p:nvCxnSpPr>
        <p:spPr>
          <a:xfrm flipV="1">
            <a:off x="3841899" y="1172699"/>
            <a:ext cx="0" cy="31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90609AF3-1C3B-9C39-8751-B81867724579}"/>
              </a:ext>
            </a:extLst>
          </p:cNvPr>
          <p:cNvCxnSpPr>
            <a:cxnSpLocks/>
          </p:cNvCxnSpPr>
          <p:nvPr/>
        </p:nvCxnSpPr>
        <p:spPr>
          <a:xfrm>
            <a:off x="3908641" y="1198994"/>
            <a:ext cx="0" cy="285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D754E29-873B-C53A-8392-88794AAE2646}"/>
              </a:ext>
            </a:extLst>
          </p:cNvPr>
          <p:cNvCxnSpPr>
            <a:cxnSpLocks/>
          </p:cNvCxnSpPr>
          <p:nvPr/>
        </p:nvCxnSpPr>
        <p:spPr>
          <a:xfrm>
            <a:off x="3032341" y="1319960"/>
            <a:ext cx="203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243A8F80-E6D7-78F1-FA2F-C3D304ADB378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4578811" y="1319960"/>
            <a:ext cx="168712" cy="2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C4AA6C6-D872-C916-8FE9-C694DF19BF65}"/>
              </a:ext>
            </a:extLst>
          </p:cNvPr>
          <p:cNvSpPr/>
          <p:nvPr/>
        </p:nvSpPr>
        <p:spPr>
          <a:xfrm>
            <a:off x="4747523" y="1014506"/>
            <a:ext cx="1117118" cy="6109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r>
              <a:rPr lang="fr-FR" sz="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Categorized</a:t>
            </a:r>
            <a:r>
              <a:rPr lang="fr-FR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1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960</a:t>
            </a:r>
            <a:r>
              <a:rPr lang="fr-FR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</a:t>
            </a:r>
            <a:r>
              <a:rPr lang="fr-FR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fr-FR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fr-FR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F2D14CB-936C-B2C2-6D88-1363B069791D}"/>
              </a:ext>
            </a:extLst>
          </p:cNvPr>
          <p:cNvCxnSpPr>
            <a:cxnSpLocks/>
          </p:cNvCxnSpPr>
          <p:nvPr/>
        </p:nvCxnSpPr>
        <p:spPr>
          <a:xfrm flipV="1">
            <a:off x="1344176" y="1810519"/>
            <a:ext cx="676278" cy="644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 : avec coin rogné 46">
            <a:extLst>
              <a:ext uri="{FF2B5EF4-FFF2-40B4-BE49-F238E27FC236}">
                <a16:creationId xmlns:a16="http://schemas.microsoft.com/office/drawing/2014/main" id="{D92548FC-963B-57D8-8879-1E9398B93D0C}"/>
              </a:ext>
            </a:extLst>
          </p:cNvPr>
          <p:cNvSpPr/>
          <p:nvPr/>
        </p:nvSpPr>
        <p:spPr>
          <a:xfrm>
            <a:off x="5864642" y="466390"/>
            <a:ext cx="1895760" cy="754041"/>
          </a:xfrm>
          <a:prstGeom prst="snip1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b="1" i="1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CE092CCF-C392-BE2E-FCD7-BEDF1A0DEDD2}"/>
              </a:ext>
            </a:extLst>
          </p:cNvPr>
          <p:cNvSpPr/>
          <p:nvPr/>
        </p:nvSpPr>
        <p:spPr>
          <a:xfrm>
            <a:off x="5885771" y="604561"/>
            <a:ext cx="814826" cy="937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420300F-512C-D0F3-535C-B13E22EC3AD9}"/>
              </a:ext>
            </a:extLst>
          </p:cNvPr>
          <p:cNvSpPr txBox="1"/>
          <p:nvPr/>
        </p:nvSpPr>
        <p:spPr>
          <a:xfrm>
            <a:off x="5953630" y="439874"/>
            <a:ext cx="917644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</a:t>
            </a:r>
            <a:r>
              <a:rPr lang="fr-FR" sz="7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98331DC7-A8F9-DDB0-A01A-1B003CDA1A22}"/>
              </a:ext>
            </a:extLst>
          </p:cNvPr>
          <p:cNvCxnSpPr>
            <a:cxnSpLocks/>
            <a:stCxn id="47" idx="1"/>
          </p:cNvCxnSpPr>
          <p:nvPr/>
        </p:nvCxnSpPr>
        <p:spPr>
          <a:xfrm>
            <a:off x="6812522" y="1220431"/>
            <a:ext cx="0" cy="115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37EE5CBB-9D6A-A636-CD79-5A063BB8D15E}"/>
              </a:ext>
            </a:extLst>
          </p:cNvPr>
          <p:cNvCxnSpPr>
            <a:cxnSpLocks/>
          </p:cNvCxnSpPr>
          <p:nvPr/>
        </p:nvCxnSpPr>
        <p:spPr>
          <a:xfrm>
            <a:off x="6739477" y="906229"/>
            <a:ext cx="421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AEFC58E5-05FD-6516-166F-C0199E32E044}"/>
              </a:ext>
            </a:extLst>
          </p:cNvPr>
          <p:cNvSpPr txBox="1"/>
          <p:nvPr/>
        </p:nvSpPr>
        <p:spPr>
          <a:xfrm>
            <a:off x="6652713" y="713231"/>
            <a:ext cx="794661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B687C4C8-04BE-5ADD-852B-12CEBE5916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3374" y="735365"/>
            <a:ext cx="360712" cy="451383"/>
          </a:xfrm>
          <a:prstGeom prst="rect">
            <a:avLst/>
          </a:prstGeom>
        </p:spPr>
      </p:pic>
      <p:sp>
        <p:nvSpPr>
          <p:cNvPr id="55" name="Ellipse 54">
            <a:extLst>
              <a:ext uri="{FF2B5EF4-FFF2-40B4-BE49-F238E27FC236}">
                <a16:creationId xmlns:a16="http://schemas.microsoft.com/office/drawing/2014/main" id="{7A5A17DA-6E76-4556-7D36-38D6D727DA0A}"/>
              </a:ext>
            </a:extLst>
          </p:cNvPr>
          <p:cNvSpPr/>
          <p:nvPr/>
        </p:nvSpPr>
        <p:spPr>
          <a:xfrm>
            <a:off x="5894965" y="949144"/>
            <a:ext cx="917557" cy="95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 tagging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C4F380A8-C93F-EC4B-E329-93BB2FF5BBF2}"/>
              </a:ext>
            </a:extLst>
          </p:cNvPr>
          <p:cNvSpPr/>
          <p:nvPr/>
        </p:nvSpPr>
        <p:spPr>
          <a:xfrm>
            <a:off x="5885771" y="824546"/>
            <a:ext cx="897602" cy="1000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NER </a:t>
            </a:r>
            <a:r>
              <a:rPr lang="en-US" sz="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tagging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D6A37916-4FCA-C7F3-38AB-BC8365D7C4B7}"/>
              </a:ext>
            </a:extLst>
          </p:cNvPr>
          <p:cNvSpPr/>
          <p:nvPr/>
        </p:nvSpPr>
        <p:spPr>
          <a:xfrm>
            <a:off x="5895060" y="714858"/>
            <a:ext cx="828459" cy="81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Tokenization</a:t>
            </a:r>
            <a:endParaRPr lang="en-US" sz="7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1483666-6A26-EF9E-0F05-0F9AF8622319}"/>
              </a:ext>
            </a:extLst>
          </p:cNvPr>
          <p:cNvSpPr/>
          <p:nvPr/>
        </p:nvSpPr>
        <p:spPr>
          <a:xfrm>
            <a:off x="5864642" y="1073781"/>
            <a:ext cx="1063255" cy="100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7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Lemmatisation</a:t>
            </a:r>
            <a:endParaRPr lang="ar-SA" sz="7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AFE3F7F1-19D2-8515-C469-AE40AFF211A0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5864641" y="1319960"/>
            <a:ext cx="2013267" cy="2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138F0307-127B-B6D1-52A7-FB0318D0D0DA}"/>
              </a:ext>
            </a:extLst>
          </p:cNvPr>
          <p:cNvSpPr/>
          <p:nvPr/>
        </p:nvSpPr>
        <p:spPr>
          <a:xfrm>
            <a:off x="7875780" y="1020484"/>
            <a:ext cx="996263" cy="6109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2344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Verbatims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765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</a:t>
            </a:r>
            <a:endParaRPr lang="fr-FR" sz="7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fr-FR" sz="7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22705426-0A96-B2A1-1C4D-5197138F8637}"/>
              </a:ext>
            </a:extLst>
          </p:cNvPr>
          <p:cNvSpPr/>
          <p:nvPr/>
        </p:nvSpPr>
        <p:spPr>
          <a:xfrm>
            <a:off x="7305443" y="2607910"/>
            <a:ext cx="1637946" cy="24014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sz="700"/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8CC98321-07AD-2F2B-FCD6-3B0F350EFCE9}"/>
              </a:ext>
            </a:extLst>
          </p:cNvPr>
          <p:cNvSpPr/>
          <p:nvPr/>
        </p:nvSpPr>
        <p:spPr>
          <a:xfrm>
            <a:off x="7411754" y="2930133"/>
            <a:ext cx="1460291" cy="2763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Tokenize Cleaned Topics and Verbatims &amp; create </a:t>
            </a:r>
            <a:r>
              <a:rPr lang="en-US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 embeddings</a:t>
            </a:r>
            <a:endParaRPr lang="ar-SA" sz="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C37D50C-7637-C1FF-A564-F0918D6E960A}"/>
              </a:ext>
            </a:extLst>
          </p:cNvPr>
          <p:cNvSpPr/>
          <p:nvPr/>
        </p:nvSpPr>
        <p:spPr>
          <a:xfrm>
            <a:off x="7886692" y="1946899"/>
            <a:ext cx="284105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66D052-0F14-A1F5-19BF-4E7EAF0B312C}"/>
              </a:ext>
            </a:extLst>
          </p:cNvPr>
          <p:cNvSpPr/>
          <p:nvPr/>
        </p:nvSpPr>
        <p:spPr>
          <a:xfrm>
            <a:off x="7886958" y="2034997"/>
            <a:ext cx="283840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BE4C2D-F845-FC26-AB6E-D9E9230CA00B}"/>
              </a:ext>
            </a:extLst>
          </p:cNvPr>
          <p:cNvSpPr/>
          <p:nvPr/>
        </p:nvSpPr>
        <p:spPr>
          <a:xfrm>
            <a:off x="7885531" y="2112562"/>
            <a:ext cx="288995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2E2FC55-4B09-6CF3-004B-0507D03EDC26}"/>
              </a:ext>
            </a:extLst>
          </p:cNvPr>
          <p:cNvSpPr/>
          <p:nvPr/>
        </p:nvSpPr>
        <p:spPr>
          <a:xfrm>
            <a:off x="7885531" y="2202638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B460ED69-C162-0319-8276-645F8AC09FA2}"/>
              </a:ext>
            </a:extLst>
          </p:cNvPr>
          <p:cNvCxnSpPr>
            <a:cxnSpLocks/>
            <a:stCxn id="74" idx="3"/>
            <a:endCxn id="84" idx="1"/>
          </p:cNvCxnSpPr>
          <p:nvPr/>
        </p:nvCxnSpPr>
        <p:spPr>
          <a:xfrm>
            <a:off x="8170797" y="1964044"/>
            <a:ext cx="130701" cy="13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EA88638-1897-AD9A-252E-F3D0606A3CA4}"/>
              </a:ext>
            </a:extLst>
          </p:cNvPr>
          <p:cNvCxnSpPr>
            <a:cxnSpLocks/>
            <a:stCxn id="75" idx="3"/>
            <a:endCxn id="85" idx="1"/>
          </p:cNvCxnSpPr>
          <p:nvPr/>
        </p:nvCxnSpPr>
        <p:spPr>
          <a:xfrm>
            <a:off x="8170797" y="2052141"/>
            <a:ext cx="137179" cy="28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374908BF-F106-BE90-348F-A2B4216A992B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>
          <a:xfrm flipV="1">
            <a:off x="8174525" y="2080339"/>
            <a:ext cx="133451" cy="49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99E8E67F-1528-B24F-5C30-4DDAA1CAA6F6}"/>
              </a:ext>
            </a:extLst>
          </p:cNvPr>
          <p:cNvCxnSpPr>
            <a:cxnSpLocks/>
            <a:stCxn id="77" idx="3"/>
            <a:endCxn id="86" idx="1"/>
          </p:cNvCxnSpPr>
          <p:nvPr/>
        </p:nvCxnSpPr>
        <p:spPr>
          <a:xfrm flipV="1">
            <a:off x="8179748" y="2177403"/>
            <a:ext cx="125113" cy="42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E5475FE-28EB-9514-38F3-3BCAB9BF96A7}"/>
              </a:ext>
            </a:extLst>
          </p:cNvPr>
          <p:cNvSpPr/>
          <p:nvPr/>
        </p:nvSpPr>
        <p:spPr>
          <a:xfrm>
            <a:off x="8713777" y="1985669"/>
            <a:ext cx="284106" cy="61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E8BA91F-A05A-73F2-B0D3-3843A116FBEF}"/>
              </a:ext>
            </a:extLst>
          </p:cNvPr>
          <p:cNvSpPr/>
          <p:nvPr/>
        </p:nvSpPr>
        <p:spPr>
          <a:xfrm>
            <a:off x="8301498" y="1951762"/>
            <a:ext cx="297464" cy="51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9CD8EA-00A8-9221-5DE2-B87A760783D7}"/>
              </a:ext>
            </a:extLst>
          </p:cNvPr>
          <p:cNvSpPr/>
          <p:nvPr/>
        </p:nvSpPr>
        <p:spPr>
          <a:xfrm>
            <a:off x="8307976" y="2053753"/>
            <a:ext cx="297464" cy="53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53F7F8-9A02-8DD0-026C-A8A4AAAC62C1}"/>
              </a:ext>
            </a:extLst>
          </p:cNvPr>
          <p:cNvSpPr/>
          <p:nvPr/>
        </p:nvSpPr>
        <p:spPr>
          <a:xfrm>
            <a:off x="8304860" y="2150817"/>
            <a:ext cx="297464" cy="53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A80DA8DF-B3A0-EE50-DF66-362480C80841}"/>
              </a:ext>
            </a:extLst>
          </p:cNvPr>
          <p:cNvCxnSpPr>
            <a:cxnSpLocks/>
          </p:cNvCxnSpPr>
          <p:nvPr/>
        </p:nvCxnSpPr>
        <p:spPr>
          <a:xfrm>
            <a:off x="8598220" y="1969333"/>
            <a:ext cx="102941" cy="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7DFCAB44-3CCD-C72F-4B8D-CD0C85EACCBA}"/>
              </a:ext>
            </a:extLst>
          </p:cNvPr>
          <p:cNvCxnSpPr>
            <a:cxnSpLocks/>
          </p:cNvCxnSpPr>
          <p:nvPr/>
        </p:nvCxnSpPr>
        <p:spPr>
          <a:xfrm flipV="1">
            <a:off x="8596971" y="2009021"/>
            <a:ext cx="104191" cy="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F7748963-6987-2FAF-42F1-433646B2F7DA}"/>
              </a:ext>
            </a:extLst>
          </p:cNvPr>
          <p:cNvSpPr txBox="1"/>
          <p:nvPr/>
        </p:nvSpPr>
        <p:spPr>
          <a:xfrm>
            <a:off x="7762437" y="1677075"/>
            <a:ext cx="68742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 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0283945E-F56A-2AA7-3CA8-74471E210DCB}"/>
              </a:ext>
            </a:extLst>
          </p:cNvPr>
          <p:cNvSpPr txBox="1"/>
          <p:nvPr/>
        </p:nvSpPr>
        <p:spPr>
          <a:xfrm>
            <a:off x="8266286" y="1765026"/>
            <a:ext cx="677102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</a:t>
            </a:r>
            <a:r>
              <a:rPr lang="fr-FR" sz="700" b="1" err="1"/>
              <a:t>ry</a:t>
            </a:r>
            <a:endParaRPr lang="ar-SA" sz="700" b="1"/>
          </a:p>
        </p:txBody>
      </p: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B346F172-A630-9B4B-A266-2B4B73DE8EF3}"/>
              </a:ext>
            </a:extLst>
          </p:cNvPr>
          <p:cNvCxnSpPr>
            <a:cxnSpLocks/>
          </p:cNvCxnSpPr>
          <p:nvPr/>
        </p:nvCxnSpPr>
        <p:spPr>
          <a:xfrm>
            <a:off x="8600221" y="2106585"/>
            <a:ext cx="100940" cy="43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5E71213-5849-4BB9-C05F-B6BF649C8EF8}"/>
              </a:ext>
            </a:extLst>
          </p:cNvPr>
          <p:cNvSpPr/>
          <p:nvPr/>
        </p:nvSpPr>
        <p:spPr>
          <a:xfrm>
            <a:off x="7514247" y="2034223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AD2AA8C-613C-C668-43A1-914644BE8C56}"/>
              </a:ext>
            </a:extLst>
          </p:cNvPr>
          <p:cNvSpPr/>
          <p:nvPr/>
        </p:nvSpPr>
        <p:spPr>
          <a:xfrm>
            <a:off x="7525784" y="2197421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6A972A4-8CC2-9C48-B25B-BF2A4C398A11}"/>
              </a:ext>
            </a:extLst>
          </p:cNvPr>
          <p:cNvSpPr/>
          <p:nvPr/>
        </p:nvSpPr>
        <p:spPr>
          <a:xfrm>
            <a:off x="7514247" y="2112562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1B107D77-EC22-34EF-2C1E-D6738ECBCD53}"/>
              </a:ext>
            </a:extLst>
          </p:cNvPr>
          <p:cNvSpPr txBox="1"/>
          <p:nvPr/>
        </p:nvSpPr>
        <p:spPr>
          <a:xfrm>
            <a:off x="7318690" y="1780869"/>
            <a:ext cx="710054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2820CA51-58AB-75A9-7A97-C1491329FA3D}"/>
              </a:ext>
            </a:extLst>
          </p:cNvPr>
          <p:cNvCxnSpPr>
            <a:cxnSpLocks/>
          </p:cNvCxnSpPr>
          <p:nvPr/>
        </p:nvCxnSpPr>
        <p:spPr>
          <a:xfrm>
            <a:off x="8285097" y="2078344"/>
            <a:ext cx="130701" cy="13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B8391F1-46BD-AB36-E7ED-C0C0267B8749}"/>
              </a:ext>
            </a:extLst>
          </p:cNvPr>
          <p:cNvCxnSpPr>
            <a:cxnSpLocks/>
          </p:cNvCxnSpPr>
          <p:nvPr/>
        </p:nvCxnSpPr>
        <p:spPr>
          <a:xfrm>
            <a:off x="7794868" y="2129706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E58A4976-0676-C2B7-D81A-6BF4B562531C}"/>
              </a:ext>
            </a:extLst>
          </p:cNvPr>
          <p:cNvCxnSpPr>
            <a:cxnSpLocks/>
          </p:cNvCxnSpPr>
          <p:nvPr/>
        </p:nvCxnSpPr>
        <p:spPr>
          <a:xfrm>
            <a:off x="7765968" y="2223017"/>
            <a:ext cx="111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EB38C736-1DC9-3145-1ABB-F2472DF93EC1}"/>
              </a:ext>
            </a:extLst>
          </p:cNvPr>
          <p:cNvSpPr/>
          <p:nvPr/>
        </p:nvSpPr>
        <p:spPr>
          <a:xfrm>
            <a:off x="7516883" y="1951380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D97CA156-0344-C8D6-079E-2E41E1BD7CBD}"/>
              </a:ext>
            </a:extLst>
          </p:cNvPr>
          <p:cNvCxnSpPr>
            <a:cxnSpLocks/>
          </p:cNvCxnSpPr>
          <p:nvPr/>
        </p:nvCxnSpPr>
        <p:spPr>
          <a:xfrm>
            <a:off x="7817083" y="2051366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183D6E7C-41A6-6306-5A73-0539C68B6B06}"/>
              </a:ext>
            </a:extLst>
          </p:cNvPr>
          <p:cNvCxnSpPr>
            <a:cxnSpLocks/>
          </p:cNvCxnSpPr>
          <p:nvPr/>
        </p:nvCxnSpPr>
        <p:spPr>
          <a:xfrm>
            <a:off x="7808597" y="1969333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1F08FD8-E96A-057D-4A42-61903EB06CEF}"/>
              </a:ext>
            </a:extLst>
          </p:cNvPr>
          <p:cNvSpPr/>
          <p:nvPr/>
        </p:nvSpPr>
        <p:spPr>
          <a:xfrm>
            <a:off x="8721299" y="2129657"/>
            <a:ext cx="284106" cy="61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AE1F83A-17ED-85A7-7D03-1EE720BE17C7}"/>
              </a:ext>
            </a:extLst>
          </p:cNvPr>
          <p:cNvSpPr txBox="1"/>
          <p:nvPr/>
        </p:nvSpPr>
        <p:spPr>
          <a:xfrm>
            <a:off x="8738822" y="1764627"/>
            <a:ext cx="810357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6CCC93B9-DB0D-C233-4863-826707ECC89B}"/>
              </a:ext>
            </a:extLst>
          </p:cNvPr>
          <p:cNvCxnSpPr>
            <a:cxnSpLocks/>
            <a:stCxn id="93" idx="2"/>
          </p:cNvCxnSpPr>
          <p:nvPr/>
        </p:nvCxnSpPr>
        <p:spPr>
          <a:xfrm>
            <a:off x="7672893" y="2231710"/>
            <a:ext cx="355852" cy="4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E77E2983-D2CD-6424-7D03-BC501B82056B}"/>
              </a:ext>
            </a:extLst>
          </p:cNvPr>
          <p:cNvCxnSpPr>
            <a:cxnSpLocks/>
          </p:cNvCxnSpPr>
          <p:nvPr/>
        </p:nvCxnSpPr>
        <p:spPr>
          <a:xfrm flipH="1">
            <a:off x="8028744" y="2247880"/>
            <a:ext cx="14534" cy="430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0202F06A-2145-A48B-742B-EA03F86B3537}"/>
              </a:ext>
            </a:extLst>
          </p:cNvPr>
          <p:cNvCxnSpPr>
            <a:cxnSpLocks/>
          </p:cNvCxnSpPr>
          <p:nvPr/>
        </p:nvCxnSpPr>
        <p:spPr>
          <a:xfrm>
            <a:off x="8266286" y="1650223"/>
            <a:ext cx="0" cy="127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ZoneTexte 111">
            <a:extLst>
              <a:ext uri="{FF2B5EF4-FFF2-40B4-BE49-F238E27FC236}">
                <a16:creationId xmlns:a16="http://schemas.microsoft.com/office/drawing/2014/main" id="{370F42D3-AC46-B2EB-B596-EAFB5B69F2A6}"/>
              </a:ext>
            </a:extLst>
          </p:cNvPr>
          <p:cNvSpPr txBox="1"/>
          <p:nvPr/>
        </p:nvSpPr>
        <p:spPr>
          <a:xfrm>
            <a:off x="8028745" y="2976419"/>
            <a:ext cx="184731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SA" sz="1100"/>
          </a:p>
        </p:txBody>
      </p: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0B2D9565-9859-6A3A-04D1-8DD27AED2A28}"/>
              </a:ext>
            </a:extLst>
          </p:cNvPr>
          <p:cNvCxnSpPr>
            <a:cxnSpLocks/>
          </p:cNvCxnSpPr>
          <p:nvPr/>
        </p:nvCxnSpPr>
        <p:spPr>
          <a:xfrm>
            <a:off x="8108654" y="3212572"/>
            <a:ext cx="0" cy="137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73E23206-883F-6D05-907C-EC71A867943E}"/>
              </a:ext>
            </a:extLst>
          </p:cNvPr>
          <p:cNvSpPr/>
          <p:nvPr/>
        </p:nvSpPr>
        <p:spPr>
          <a:xfrm>
            <a:off x="7411733" y="3345476"/>
            <a:ext cx="1479245" cy="2974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similarity scores using cosine similarity</a:t>
            </a:r>
            <a:endParaRPr lang="ar-SA" sz="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45654F30-808C-24C0-10BF-072E01209197}"/>
              </a:ext>
            </a:extLst>
          </p:cNvPr>
          <p:cNvSpPr/>
          <p:nvPr/>
        </p:nvSpPr>
        <p:spPr>
          <a:xfrm>
            <a:off x="7407495" y="4378687"/>
            <a:ext cx="1448335" cy="21236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optimal threshold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(Mean + 2 * Std Dev)</a:t>
            </a:r>
            <a:endParaRPr lang="ar-SA" sz="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46605462-4862-7197-2BE6-0418A3D194C3}"/>
              </a:ext>
            </a:extLst>
          </p:cNvPr>
          <p:cNvCxnSpPr>
            <a:cxnSpLocks/>
          </p:cNvCxnSpPr>
          <p:nvPr/>
        </p:nvCxnSpPr>
        <p:spPr>
          <a:xfrm>
            <a:off x="8108654" y="3680460"/>
            <a:ext cx="0" cy="250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 : coins arrondis 127">
            <a:extLst>
              <a:ext uri="{FF2B5EF4-FFF2-40B4-BE49-F238E27FC236}">
                <a16:creationId xmlns:a16="http://schemas.microsoft.com/office/drawing/2014/main" id="{B3CCE5D2-77AF-ECA9-D00E-FAC9FAC8038A}"/>
              </a:ext>
            </a:extLst>
          </p:cNvPr>
          <p:cNvSpPr/>
          <p:nvPr/>
        </p:nvSpPr>
        <p:spPr>
          <a:xfrm>
            <a:off x="7414157" y="3946643"/>
            <a:ext cx="1441671" cy="2793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/>
              <a:t> </a:t>
            </a:r>
            <a:endParaRPr lang="fr-FR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14708A5F-983B-28C4-2E71-97AFDB580196}"/>
              </a:ext>
            </a:extLst>
          </p:cNvPr>
          <p:cNvSpPr txBox="1"/>
          <p:nvPr/>
        </p:nvSpPr>
        <p:spPr>
          <a:xfrm>
            <a:off x="7514247" y="3623950"/>
            <a:ext cx="529031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5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</a:t>
            </a:r>
            <a:r>
              <a:rPr lang="fr-FR" sz="5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5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thresholds</a:t>
            </a:r>
            <a:endParaRPr lang="fr-FR" sz="5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5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[0.3,..0.9</a:t>
            </a:r>
            <a:r>
              <a:rPr lang="fr-FR" sz="500"/>
              <a:t>]</a:t>
            </a:r>
            <a:endParaRPr lang="ar-SA" sz="500"/>
          </a:p>
        </p:txBody>
      </p: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18FD3A4E-FE94-8AC7-5632-136734D97466}"/>
              </a:ext>
            </a:extLst>
          </p:cNvPr>
          <p:cNvCxnSpPr>
            <a:cxnSpLocks/>
            <a:endCxn id="1311" idx="0"/>
          </p:cNvCxnSpPr>
          <p:nvPr/>
        </p:nvCxnSpPr>
        <p:spPr>
          <a:xfrm>
            <a:off x="8106148" y="4610100"/>
            <a:ext cx="5957" cy="16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2">
            <a:extLst>
              <a:ext uri="{FF2B5EF4-FFF2-40B4-BE49-F238E27FC236}">
                <a16:creationId xmlns:a16="http://schemas.microsoft.com/office/drawing/2014/main" id="{6B0FF848-55AD-AA3E-949D-B51D14C3A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36362"/>
            <a:ext cx="201017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ar-SA" altLang="ar-SA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E613299B-F8F7-1375-F6AB-4C7A8E67CF18}"/>
              </a:ext>
            </a:extLst>
          </p:cNvPr>
          <p:cNvSpPr txBox="1"/>
          <p:nvPr/>
        </p:nvSpPr>
        <p:spPr>
          <a:xfrm>
            <a:off x="7449649" y="3907804"/>
            <a:ext cx="12891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Clacul</a:t>
            </a:r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</a:t>
            </a:r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</a:t>
            </a:r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fr-FR" sz="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Mean,STD,Count</a:t>
            </a:r>
            <a:r>
              <a:rPr lang="fr-FR" sz="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algn="ctr"/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fr-FR" sz="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thresholds</a:t>
            </a:r>
            <a:endParaRPr lang="fr-FR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A6A82B1A-BBAF-76CE-CA5C-8C9829A303EF}"/>
              </a:ext>
            </a:extLst>
          </p:cNvPr>
          <p:cNvSpPr txBox="1"/>
          <p:nvPr/>
        </p:nvSpPr>
        <p:spPr>
          <a:xfrm>
            <a:off x="7476608" y="2619095"/>
            <a:ext cx="1499001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Similarity-Based Matching (Roberta Embedding &amp; Similarity Calculation</a:t>
            </a:r>
            <a:r>
              <a:rPr lang="en-US" sz="600" dirty="0"/>
              <a:t>)</a:t>
            </a:r>
            <a:endParaRPr lang="ar-SA" sz="600" dirty="0"/>
          </a:p>
        </p:txBody>
      </p:sp>
      <p:sp>
        <p:nvSpPr>
          <p:cNvPr id="160" name="Rectangle : coins arrondis 159">
            <a:extLst>
              <a:ext uri="{FF2B5EF4-FFF2-40B4-BE49-F238E27FC236}">
                <a16:creationId xmlns:a16="http://schemas.microsoft.com/office/drawing/2014/main" id="{6AA8F977-A26F-B09A-3E68-F6C037808DC5}"/>
              </a:ext>
            </a:extLst>
          </p:cNvPr>
          <p:cNvSpPr/>
          <p:nvPr/>
        </p:nvSpPr>
        <p:spPr>
          <a:xfrm>
            <a:off x="3859749" y="2473332"/>
            <a:ext cx="2292574" cy="25658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sz="700"/>
          </a:p>
        </p:txBody>
      </p:sp>
      <p:sp>
        <p:nvSpPr>
          <p:cNvPr id="169" name="Rectangle : coins arrondis 168">
            <a:extLst>
              <a:ext uri="{FF2B5EF4-FFF2-40B4-BE49-F238E27FC236}">
                <a16:creationId xmlns:a16="http://schemas.microsoft.com/office/drawing/2014/main" id="{6693FE32-C1F0-2B24-57EE-59841FD84823}"/>
              </a:ext>
            </a:extLst>
          </p:cNvPr>
          <p:cNvSpPr/>
          <p:nvPr/>
        </p:nvSpPr>
        <p:spPr>
          <a:xfrm>
            <a:off x="3883654" y="3163458"/>
            <a:ext cx="2216258" cy="9187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sz="700"/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1B327428-3750-87DC-B312-5CEE49D6296F}"/>
              </a:ext>
            </a:extLst>
          </p:cNvPr>
          <p:cNvSpPr txBox="1"/>
          <p:nvPr/>
        </p:nvSpPr>
        <p:spPr>
          <a:xfrm>
            <a:off x="3746759" y="2813115"/>
            <a:ext cx="2100791" cy="1846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LLM-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3) </a:t>
            </a:r>
            <a:endParaRPr lang="ar-SA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7" name="Connecteur droit avec flèche 186">
            <a:extLst>
              <a:ext uri="{FF2B5EF4-FFF2-40B4-BE49-F238E27FC236}">
                <a16:creationId xmlns:a16="http://schemas.microsoft.com/office/drawing/2014/main" id="{39201804-66B2-D4B3-ABB5-1C744944F2FD}"/>
              </a:ext>
            </a:extLst>
          </p:cNvPr>
          <p:cNvCxnSpPr>
            <a:cxnSpLocks/>
          </p:cNvCxnSpPr>
          <p:nvPr/>
        </p:nvCxnSpPr>
        <p:spPr>
          <a:xfrm flipH="1">
            <a:off x="3540658" y="3904011"/>
            <a:ext cx="296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necteur droit avec flèche 1035">
            <a:extLst>
              <a:ext uri="{FF2B5EF4-FFF2-40B4-BE49-F238E27FC236}">
                <a16:creationId xmlns:a16="http://schemas.microsoft.com/office/drawing/2014/main" id="{1731B4E1-FCA3-08A9-BD55-3372A5C71FA6}"/>
              </a:ext>
            </a:extLst>
          </p:cNvPr>
          <p:cNvCxnSpPr>
            <a:cxnSpLocks/>
          </p:cNvCxnSpPr>
          <p:nvPr/>
        </p:nvCxnSpPr>
        <p:spPr>
          <a:xfrm>
            <a:off x="5297700" y="3613754"/>
            <a:ext cx="134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necteur droit avec flèche 1043">
            <a:extLst>
              <a:ext uri="{FF2B5EF4-FFF2-40B4-BE49-F238E27FC236}">
                <a16:creationId xmlns:a16="http://schemas.microsoft.com/office/drawing/2014/main" id="{620308EC-BDE1-BB99-3BBF-BA9FA692CB8B}"/>
              </a:ext>
            </a:extLst>
          </p:cNvPr>
          <p:cNvCxnSpPr>
            <a:cxnSpLocks/>
          </p:cNvCxnSpPr>
          <p:nvPr/>
        </p:nvCxnSpPr>
        <p:spPr>
          <a:xfrm>
            <a:off x="4364099" y="3582093"/>
            <a:ext cx="182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 : coins arrondis 1045">
            <a:extLst>
              <a:ext uri="{FF2B5EF4-FFF2-40B4-BE49-F238E27FC236}">
                <a16:creationId xmlns:a16="http://schemas.microsoft.com/office/drawing/2014/main" id="{55AC32F7-56C6-01F9-4838-320530A8A026}"/>
              </a:ext>
            </a:extLst>
          </p:cNvPr>
          <p:cNvSpPr/>
          <p:nvPr/>
        </p:nvSpPr>
        <p:spPr>
          <a:xfrm>
            <a:off x="4566435" y="3295880"/>
            <a:ext cx="748448" cy="5118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32" name="Rectangle : coins arrondis 1031">
            <a:extLst>
              <a:ext uri="{FF2B5EF4-FFF2-40B4-BE49-F238E27FC236}">
                <a16:creationId xmlns:a16="http://schemas.microsoft.com/office/drawing/2014/main" id="{67B3A41E-A1CE-6BE5-A5CC-8A87660FD0E2}"/>
              </a:ext>
            </a:extLst>
          </p:cNvPr>
          <p:cNvSpPr/>
          <p:nvPr/>
        </p:nvSpPr>
        <p:spPr>
          <a:xfrm>
            <a:off x="4682915" y="3559219"/>
            <a:ext cx="504089" cy="1841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lLama3</a:t>
            </a:r>
            <a:endParaRPr lang="ar-SA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7" name="Rectangle : coins arrondis 1046">
            <a:extLst>
              <a:ext uri="{FF2B5EF4-FFF2-40B4-BE49-F238E27FC236}">
                <a16:creationId xmlns:a16="http://schemas.microsoft.com/office/drawing/2014/main" id="{2EBC30A2-EC98-E8F3-779F-8D9B2E5EE99F}"/>
              </a:ext>
            </a:extLst>
          </p:cNvPr>
          <p:cNvSpPr/>
          <p:nvPr/>
        </p:nvSpPr>
        <p:spPr>
          <a:xfrm>
            <a:off x="4589434" y="3335556"/>
            <a:ext cx="691457" cy="1399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51" name="ZoneTexte 1050">
            <a:extLst>
              <a:ext uri="{FF2B5EF4-FFF2-40B4-BE49-F238E27FC236}">
                <a16:creationId xmlns:a16="http://schemas.microsoft.com/office/drawing/2014/main" id="{3641C892-7929-672B-4CE4-640A90AE56F8}"/>
              </a:ext>
            </a:extLst>
          </p:cNvPr>
          <p:cNvSpPr txBox="1"/>
          <p:nvPr/>
        </p:nvSpPr>
        <p:spPr>
          <a:xfrm>
            <a:off x="4534497" y="3312013"/>
            <a:ext cx="964267" cy="1846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endParaRPr lang="ar-SA" sz="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7" name="Rectangle : coins arrondis 1056">
            <a:extLst>
              <a:ext uri="{FF2B5EF4-FFF2-40B4-BE49-F238E27FC236}">
                <a16:creationId xmlns:a16="http://schemas.microsoft.com/office/drawing/2014/main" id="{DBA07A4C-5E23-7571-65EA-6504EEEB5243}"/>
              </a:ext>
            </a:extLst>
          </p:cNvPr>
          <p:cNvSpPr/>
          <p:nvPr/>
        </p:nvSpPr>
        <p:spPr>
          <a:xfrm>
            <a:off x="5427946" y="3429117"/>
            <a:ext cx="628650" cy="39532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56" name="ZoneTexte 1055">
            <a:extLst>
              <a:ext uri="{FF2B5EF4-FFF2-40B4-BE49-F238E27FC236}">
                <a16:creationId xmlns:a16="http://schemas.microsoft.com/office/drawing/2014/main" id="{C81ECE52-8B43-A22E-2094-7741DF5A790C}"/>
              </a:ext>
            </a:extLst>
          </p:cNvPr>
          <p:cNvSpPr txBox="1"/>
          <p:nvPr/>
        </p:nvSpPr>
        <p:spPr>
          <a:xfrm>
            <a:off x="5387181" y="3434028"/>
            <a:ext cx="71099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Ouputs</a:t>
            </a:r>
            <a:r>
              <a:rPr lang="fr-FR" sz="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Best Topic</a:t>
            </a:r>
          </a:p>
          <a:p>
            <a:pPr algn="ctr"/>
            <a:r>
              <a:rPr lang="fr-FR" sz="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</a:t>
            </a:r>
            <a:r>
              <a:rPr lang="fr-FR" sz="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Best </a:t>
            </a:r>
            <a:r>
              <a:rPr lang="fr-FR" sz="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lang="fr-FR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2" name="ZoneTexte 1081">
            <a:extLst>
              <a:ext uri="{FF2B5EF4-FFF2-40B4-BE49-F238E27FC236}">
                <a16:creationId xmlns:a16="http://schemas.microsoft.com/office/drawing/2014/main" id="{2FCFEBE5-6DD9-ECFF-EB66-CAECECE9F0C4}"/>
              </a:ext>
            </a:extLst>
          </p:cNvPr>
          <p:cNvSpPr txBox="1"/>
          <p:nvPr/>
        </p:nvSpPr>
        <p:spPr>
          <a:xfrm>
            <a:off x="5491594" y="2314740"/>
            <a:ext cx="6037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Matching hybrid Method (BERT Similarity + Llama LLM)</a:t>
            </a:r>
            <a:endParaRPr lang="ar-SA" sz="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7" name="ZoneTexte 1106">
            <a:extLst>
              <a:ext uri="{FF2B5EF4-FFF2-40B4-BE49-F238E27FC236}">
                <a16:creationId xmlns:a16="http://schemas.microsoft.com/office/drawing/2014/main" id="{5088712A-0C87-D27F-E8C6-71E90409F65F}"/>
              </a:ext>
            </a:extLst>
          </p:cNvPr>
          <p:cNvSpPr txBox="1"/>
          <p:nvPr/>
        </p:nvSpPr>
        <p:spPr>
          <a:xfrm>
            <a:off x="1362137" y="3456415"/>
            <a:ext cx="90958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the best-matched topics Lists into an Excel file</a:t>
            </a:r>
            <a:r>
              <a:rPr lang="fr-FR" sz="600" b="1" dirty="0"/>
              <a:t>	</a:t>
            </a:r>
            <a:endParaRPr lang="ar-SA" sz="600" b="1" dirty="0"/>
          </a:p>
        </p:txBody>
      </p:sp>
      <p:sp>
        <p:nvSpPr>
          <p:cNvPr id="1109" name="ZoneTexte 1108">
            <a:extLst>
              <a:ext uri="{FF2B5EF4-FFF2-40B4-BE49-F238E27FC236}">
                <a16:creationId xmlns:a16="http://schemas.microsoft.com/office/drawing/2014/main" id="{AB674DCC-0916-964E-4128-F3C9554F1AFF}"/>
              </a:ext>
            </a:extLst>
          </p:cNvPr>
          <p:cNvSpPr txBox="1"/>
          <p:nvPr/>
        </p:nvSpPr>
        <p:spPr>
          <a:xfrm>
            <a:off x="498450" y="3364290"/>
            <a:ext cx="97735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 with corresponding topics</a:t>
            </a:r>
            <a:endParaRPr lang="en-US" sz="700" b="1"/>
          </a:p>
        </p:txBody>
      </p:sp>
      <p:sp>
        <p:nvSpPr>
          <p:cNvPr id="1116" name="Freeform 9">
            <a:extLst>
              <a:ext uri="{FF2B5EF4-FFF2-40B4-BE49-F238E27FC236}">
                <a16:creationId xmlns:a16="http://schemas.microsoft.com/office/drawing/2014/main" id="{B184F195-6EC8-D23B-A2AF-CD69D51407F5}"/>
              </a:ext>
            </a:extLst>
          </p:cNvPr>
          <p:cNvSpPr/>
          <p:nvPr/>
        </p:nvSpPr>
        <p:spPr>
          <a:xfrm>
            <a:off x="656702" y="3697322"/>
            <a:ext cx="376563" cy="357159"/>
          </a:xfrm>
          <a:custGeom>
            <a:avLst/>
            <a:gdLst/>
            <a:ahLst/>
            <a:cxnLst/>
            <a:rect l="l" t="t" r="r" b="b"/>
            <a:pathLst>
              <a:path w="951634" h="1176177">
                <a:moveTo>
                  <a:pt x="0" y="0"/>
                </a:moveTo>
                <a:lnTo>
                  <a:pt x="951634" y="0"/>
                </a:lnTo>
                <a:lnTo>
                  <a:pt x="951634" y="1176177"/>
                </a:lnTo>
                <a:lnTo>
                  <a:pt x="0" y="11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sp>
        <p:nvSpPr>
          <p:cNvPr id="1117" name="ZoneTexte 1116">
            <a:extLst>
              <a:ext uri="{FF2B5EF4-FFF2-40B4-BE49-F238E27FC236}">
                <a16:creationId xmlns:a16="http://schemas.microsoft.com/office/drawing/2014/main" id="{FEBADA2C-6311-025C-0E75-0AB97EA55A57}"/>
              </a:ext>
            </a:extLst>
          </p:cNvPr>
          <p:cNvSpPr txBox="1"/>
          <p:nvPr/>
        </p:nvSpPr>
        <p:spPr>
          <a:xfrm>
            <a:off x="6274508" y="1435198"/>
            <a:ext cx="611190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list of Topics</a:t>
            </a:r>
            <a:r>
              <a:rPr lang="en-US" sz="700" b="1"/>
              <a:t>	</a:t>
            </a:r>
          </a:p>
        </p:txBody>
      </p:sp>
      <p:cxnSp>
        <p:nvCxnSpPr>
          <p:cNvPr id="1256" name="Connecteur droit avec flèche 1255">
            <a:extLst>
              <a:ext uri="{FF2B5EF4-FFF2-40B4-BE49-F238E27FC236}">
                <a16:creationId xmlns:a16="http://schemas.microsoft.com/office/drawing/2014/main" id="{9130D081-8F57-AA83-B5A4-0F72A99E16BD}"/>
              </a:ext>
            </a:extLst>
          </p:cNvPr>
          <p:cNvCxnSpPr>
            <a:cxnSpLocks/>
          </p:cNvCxnSpPr>
          <p:nvPr/>
        </p:nvCxnSpPr>
        <p:spPr>
          <a:xfrm>
            <a:off x="700406" y="4909697"/>
            <a:ext cx="3011476" cy="0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59" name="Freeform 9">
            <a:extLst>
              <a:ext uri="{FF2B5EF4-FFF2-40B4-BE49-F238E27FC236}">
                <a16:creationId xmlns:a16="http://schemas.microsoft.com/office/drawing/2014/main" id="{759C2F3C-44B3-EB5E-7E97-A7A39AAE8C9C}"/>
              </a:ext>
            </a:extLst>
          </p:cNvPr>
          <p:cNvSpPr/>
          <p:nvPr/>
        </p:nvSpPr>
        <p:spPr>
          <a:xfrm>
            <a:off x="6431327" y="1696343"/>
            <a:ext cx="376563" cy="357159"/>
          </a:xfrm>
          <a:custGeom>
            <a:avLst/>
            <a:gdLst/>
            <a:ahLst/>
            <a:cxnLst/>
            <a:rect l="l" t="t" r="r" b="b"/>
            <a:pathLst>
              <a:path w="951634" h="1176177">
                <a:moveTo>
                  <a:pt x="0" y="0"/>
                </a:moveTo>
                <a:lnTo>
                  <a:pt x="951634" y="0"/>
                </a:lnTo>
                <a:lnTo>
                  <a:pt x="951634" y="1176177"/>
                </a:lnTo>
                <a:lnTo>
                  <a:pt x="0" y="11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cxnSp>
        <p:nvCxnSpPr>
          <p:cNvPr id="1260" name="Connecteur droit avec flèche 1259">
            <a:extLst>
              <a:ext uri="{FF2B5EF4-FFF2-40B4-BE49-F238E27FC236}">
                <a16:creationId xmlns:a16="http://schemas.microsoft.com/office/drawing/2014/main" id="{0BAF2DBD-5856-A7EB-92B9-17D96E8DD1C9}"/>
              </a:ext>
            </a:extLst>
          </p:cNvPr>
          <p:cNvCxnSpPr>
            <a:cxnSpLocks/>
          </p:cNvCxnSpPr>
          <p:nvPr/>
        </p:nvCxnSpPr>
        <p:spPr>
          <a:xfrm>
            <a:off x="6628661" y="2078344"/>
            <a:ext cx="783093" cy="57915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284" name="Picture 9">
            <a:extLst>
              <a:ext uri="{FF2B5EF4-FFF2-40B4-BE49-F238E27FC236}">
                <a16:creationId xmlns:a16="http://schemas.microsoft.com/office/drawing/2014/main" id="{114166E7-9BB6-3CB6-CCA6-D1CFE0898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139" y="3690033"/>
            <a:ext cx="1062667" cy="392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95" name="Connecteur droit avec flèche 1294">
            <a:extLst>
              <a:ext uri="{FF2B5EF4-FFF2-40B4-BE49-F238E27FC236}">
                <a16:creationId xmlns:a16="http://schemas.microsoft.com/office/drawing/2014/main" id="{EF4F115A-061A-DB62-F161-EDA4CA313154}"/>
              </a:ext>
            </a:extLst>
          </p:cNvPr>
          <p:cNvCxnSpPr>
            <a:cxnSpLocks/>
          </p:cNvCxnSpPr>
          <p:nvPr/>
        </p:nvCxnSpPr>
        <p:spPr>
          <a:xfrm flipH="1" flipV="1">
            <a:off x="1072668" y="3899558"/>
            <a:ext cx="1381998" cy="4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1" name="Picture 17">
            <a:extLst>
              <a:ext uri="{FF2B5EF4-FFF2-40B4-BE49-F238E27FC236}">
                <a16:creationId xmlns:a16="http://schemas.microsoft.com/office/drawing/2014/main" id="{28AA2F95-91B6-36E7-5C4E-4B27284F8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266" y="4770920"/>
            <a:ext cx="923677" cy="2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3" name="ZoneTexte 1312">
            <a:extLst>
              <a:ext uri="{FF2B5EF4-FFF2-40B4-BE49-F238E27FC236}">
                <a16:creationId xmlns:a16="http://schemas.microsoft.com/office/drawing/2014/main" id="{8803D099-087E-F2E1-B5E5-6874E1A98D19}"/>
              </a:ext>
            </a:extLst>
          </p:cNvPr>
          <p:cNvSpPr txBox="1"/>
          <p:nvPr/>
        </p:nvSpPr>
        <p:spPr>
          <a:xfrm>
            <a:off x="7439774" y="4589662"/>
            <a:ext cx="739974" cy="1846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Min. </a:t>
            </a:r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endParaRPr lang="ar-SA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24" name="Picture 17">
            <a:extLst>
              <a:ext uri="{FF2B5EF4-FFF2-40B4-BE49-F238E27FC236}">
                <a16:creationId xmlns:a16="http://schemas.microsoft.com/office/drawing/2014/main" id="{DE079D47-C1BD-0FF5-86CA-D9ECB908B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004" y="3523460"/>
            <a:ext cx="507095" cy="11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" name="ZoneTexte 139">
            <a:extLst>
              <a:ext uri="{FF2B5EF4-FFF2-40B4-BE49-F238E27FC236}">
                <a16:creationId xmlns:a16="http://schemas.microsoft.com/office/drawing/2014/main" id="{1383D59F-E418-816D-70CA-D0A0B932D6A9}"/>
              </a:ext>
            </a:extLst>
          </p:cNvPr>
          <p:cNvSpPr txBox="1"/>
          <p:nvPr/>
        </p:nvSpPr>
        <p:spPr>
          <a:xfrm>
            <a:off x="-232911" y="280376"/>
            <a:ext cx="2222149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dirty="0"/>
              <a:t>           </a:t>
            </a:r>
            <a:r>
              <a:rPr lang="fr-FR" sz="700" b="1" dirty="0">
                <a:latin typeface="Arial" panose="020B0604020202020204" pitchFamily="34" charset="0"/>
                <a:cs typeface="Arial" panose="020B0604020202020204" pitchFamily="34" charset="0"/>
              </a:rPr>
              <a:t>Collection &amp; 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r>
              <a:rPr lang="fr-FR" sz="7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r>
              <a:rPr lang="fr-FR" sz="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ar-SA" sz="8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eur droit avec flèche 130">
            <a:extLst>
              <a:ext uri="{FF2B5EF4-FFF2-40B4-BE49-F238E27FC236}">
                <a16:creationId xmlns:a16="http://schemas.microsoft.com/office/drawing/2014/main" id="{9AD5646A-E117-FEB0-FC13-51FCB32DD768}"/>
              </a:ext>
            </a:extLst>
          </p:cNvPr>
          <p:cNvCxnSpPr>
            <a:cxnSpLocks/>
          </p:cNvCxnSpPr>
          <p:nvPr/>
        </p:nvCxnSpPr>
        <p:spPr>
          <a:xfrm>
            <a:off x="8106148" y="4245028"/>
            <a:ext cx="5957" cy="16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279">
            <a:extLst>
              <a:ext uri="{FF2B5EF4-FFF2-40B4-BE49-F238E27FC236}">
                <a16:creationId xmlns:a16="http://schemas.microsoft.com/office/drawing/2014/main" id="{70F00485-AC56-E19D-797C-642A84F53C9C}"/>
              </a:ext>
            </a:extLst>
          </p:cNvPr>
          <p:cNvSpPr txBox="1"/>
          <p:nvPr/>
        </p:nvSpPr>
        <p:spPr>
          <a:xfrm>
            <a:off x="2566937" y="2975787"/>
            <a:ext cx="851184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Topics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</a:t>
            </a:r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839036-5973-9F39-8497-5B627238491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9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D97534-5B35-D713-72FC-5A32B9E88FD2}"/>
              </a:ext>
            </a:extLst>
          </p:cNvPr>
          <p:cNvSpPr txBox="1"/>
          <p:nvPr/>
        </p:nvSpPr>
        <p:spPr>
          <a:xfrm>
            <a:off x="7525783" y="4807527"/>
            <a:ext cx="11753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dirty="0"/>
              <a:t>Match topics </a:t>
            </a:r>
            <a:r>
              <a:rPr lang="fr-FR" sz="600" dirty="0" err="1"/>
              <a:t>list</a:t>
            </a:r>
            <a:endParaRPr lang="fr-FR" sz="600" dirty="0"/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D5644BA8-72C5-AB4C-6E07-98443FBC3155}"/>
              </a:ext>
            </a:extLst>
          </p:cNvPr>
          <p:cNvCxnSpPr>
            <a:cxnSpLocks/>
            <a:endCxn id="160" idx="3"/>
          </p:cNvCxnSpPr>
          <p:nvPr/>
        </p:nvCxnSpPr>
        <p:spPr>
          <a:xfrm rot="10800000">
            <a:off x="6152324" y="3756236"/>
            <a:ext cx="1166367" cy="11208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04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Freeform 3">
            <a:extLst>
              <a:ext uri="{FF2B5EF4-FFF2-40B4-BE49-F238E27FC236}">
                <a16:creationId xmlns:a16="http://schemas.microsoft.com/office/drawing/2014/main" id="{CC08A2C0-448B-F39E-41A7-6DBF1977C357}"/>
              </a:ext>
            </a:extLst>
          </p:cNvPr>
          <p:cNvSpPr/>
          <p:nvPr/>
        </p:nvSpPr>
        <p:spPr>
          <a:xfrm>
            <a:off x="41694" y="305452"/>
            <a:ext cx="1797715" cy="2754027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scene3d>
            <a:camera prst="perspectiveFront"/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/>
          <a:lstStyle/>
          <a:p>
            <a:endParaRPr lang="ar-SA" sz="110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2EF05358-DA5E-0D31-375E-671962A6CB40}"/>
              </a:ext>
            </a:extLst>
          </p:cNvPr>
          <p:cNvSpPr/>
          <p:nvPr/>
        </p:nvSpPr>
        <p:spPr>
          <a:xfrm>
            <a:off x="328133" y="489348"/>
            <a:ext cx="328570" cy="416881"/>
          </a:xfrm>
          <a:custGeom>
            <a:avLst/>
            <a:gdLst/>
            <a:ahLst/>
            <a:cxnLst/>
            <a:rect l="l" t="t" r="r" b="b"/>
            <a:pathLst>
              <a:path w="1489670" h="1728520">
                <a:moveTo>
                  <a:pt x="0" y="0"/>
                </a:moveTo>
                <a:lnTo>
                  <a:pt x="1489670" y="0"/>
                </a:lnTo>
                <a:lnTo>
                  <a:pt x="1489670" y="1728520"/>
                </a:lnTo>
                <a:lnTo>
                  <a:pt x="0" y="172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188ADDE3-DFB4-E9F8-7D6E-0C1A4A4FBDD2}"/>
              </a:ext>
            </a:extLst>
          </p:cNvPr>
          <p:cNvSpPr/>
          <p:nvPr/>
        </p:nvSpPr>
        <p:spPr>
          <a:xfrm>
            <a:off x="337634" y="1331526"/>
            <a:ext cx="376563" cy="357159"/>
          </a:xfrm>
          <a:custGeom>
            <a:avLst/>
            <a:gdLst/>
            <a:ahLst/>
            <a:cxnLst/>
            <a:rect l="l" t="t" r="r" b="b"/>
            <a:pathLst>
              <a:path w="951634" h="1176177">
                <a:moveTo>
                  <a:pt x="0" y="0"/>
                </a:moveTo>
                <a:lnTo>
                  <a:pt x="951634" y="0"/>
                </a:lnTo>
                <a:lnTo>
                  <a:pt x="951634" y="1176177"/>
                </a:lnTo>
                <a:lnTo>
                  <a:pt x="0" y="11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6F24391F-A852-99E4-FBB2-532DA8D4276E}"/>
              </a:ext>
            </a:extLst>
          </p:cNvPr>
          <p:cNvSpPr txBox="1"/>
          <p:nvPr/>
        </p:nvSpPr>
        <p:spPr>
          <a:xfrm>
            <a:off x="180190" y="63694"/>
            <a:ext cx="2204609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pc="-1">
                <a:solidFill>
                  <a:srgbClr val="103563"/>
                </a:solidFill>
                <a:latin typeface="+mj-lt"/>
                <a:ea typeface="DejaVu Sans"/>
              </a:rPr>
              <a:t>Global WORKFLOW </a:t>
            </a:r>
            <a:endParaRPr lang="fr-FR" sz="1200" spc="-1">
              <a:solidFill>
                <a:srgbClr val="103563"/>
              </a:solidFill>
              <a:latin typeface="+mj-lt"/>
              <a:ea typeface="DejaVu Sans"/>
            </a:endParaRP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1D0848E9-80BB-131B-D579-02F573A0BC9B}"/>
              </a:ext>
            </a:extLst>
          </p:cNvPr>
          <p:cNvSpPr/>
          <p:nvPr/>
        </p:nvSpPr>
        <p:spPr>
          <a:xfrm>
            <a:off x="763580" y="1019277"/>
            <a:ext cx="997061" cy="364019"/>
          </a:xfrm>
          <a:custGeom>
            <a:avLst/>
            <a:gdLst/>
            <a:ahLst/>
            <a:cxnLst/>
            <a:rect l="l" t="t" r="r" b="b"/>
            <a:pathLst>
              <a:path w="628158" h="823561">
                <a:moveTo>
                  <a:pt x="628158" y="0"/>
                </a:moveTo>
                <a:lnTo>
                  <a:pt x="628158" y="709261"/>
                </a:lnTo>
                <a:lnTo>
                  <a:pt x="314079" y="823561"/>
                </a:lnTo>
                <a:lnTo>
                  <a:pt x="0" y="709261"/>
                </a:lnTo>
                <a:lnTo>
                  <a:pt x="0" y="0"/>
                </a:lnTo>
                <a:lnTo>
                  <a:pt x="628158" y="0"/>
                </a:lnTo>
                <a:close/>
              </a:path>
            </a:pathLst>
          </a:custGeom>
          <a:solidFill>
            <a:srgbClr val="72D6FE"/>
          </a:solidFill>
        </p:spPr>
        <p:txBody>
          <a:bodyPr/>
          <a:lstStyle/>
          <a:p>
            <a:r>
              <a:rPr lang="en-US" sz="800" b="1" i="1"/>
              <a:t> </a:t>
            </a:r>
            <a:r>
              <a:rPr lang="en-US" sz="8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data from customer  surveys</a:t>
            </a:r>
            <a:endParaRPr lang="ar-SA" sz="8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8CEB9308-D154-2014-9133-B82B414598B4}"/>
              </a:ext>
            </a:extLst>
          </p:cNvPr>
          <p:cNvSpPr txBox="1"/>
          <p:nvPr/>
        </p:nvSpPr>
        <p:spPr>
          <a:xfrm>
            <a:off x="230117" y="1532562"/>
            <a:ext cx="690315" cy="270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fr-FR" sz="9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 Bold"/>
              </a:rPr>
              <a:t>2500</a:t>
            </a:r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 Bold"/>
              </a:rPr>
              <a:t> Verbatims</a:t>
            </a:r>
            <a:endParaRPr lang="en-US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Open Sans Bold"/>
            </a:endParaRPr>
          </a:p>
        </p:txBody>
      </p:sp>
      <p:grpSp>
        <p:nvGrpSpPr>
          <p:cNvPr id="23" name="Group 6">
            <a:extLst>
              <a:ext uri="{FF2B5EF4-FFF2-40B4-BE49-F238E27FC236}">
                <a16:creationId xmlns:a16="http://schemas.microsoft.com/office/drawing/2014/main" id="{394B30BC-24D3-23F1-617F-EB981A989E0F}"/>
              </a:ext>
            </a:extLst>
          </p:cNvPr>
          <p:cNvGrpSpPr/>
          <p:nvPr/>
        </p:nvGrpSpPr>
        <p:grpSpPr>
          <a:xfrm>
            <a:off x="-1885827" y="1532562"/>
            <a:ext cx="2461101" cy="593972"/>
            <a:chOff x="2442736" y="-186654"/>
            <a:chExt cx="11541745" cy="1907264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4B43E18D-8701-DB1B-A21E-3EBC9BB0EEB9}"/>
                </a:ext>
              </a:extLst>
            </p:cNvPr>
            <p:cNvSpPr/>
            <p:nvPr/>
          </p:nvSpPr>
          <p:spPr>
            <a:xfrm>
              <a:off x="13459503" y="746185"/>
              <a:ext cx="524978" cy="974425"/>
            </a:xfrm>
            <a:custGeom>
              <a:avLst/>
              <a:gdLst/>
              <a:ahLst/>
              <a:cxnLst/>
              <a:rect l="l" t="t" r="r" b="b"/>
              <a:pathLst>
                <a:path w="524978" h="974425">
                  <a:moveTo>
                    <a:pt x="262489" y="974425"/>
                  </a:moveTo>
                  <a:lnTo>
                    <a:pt x="0" y="568025"/>
                  </a:lnTo>
                  <a:lnTo>
                    <a:pt x="203200" y="568025"/>
                  </a:lnTo>
                  <a:lnTo>
                    <a:pt x="203200" y="0"/>
                  </a:lnTo>
                  <a:lnTo>
                    <a:pt x="321778" y="0"/>
                  </a:lnTo>
                  <a:lnTo>
                    <a:pt x="321778" y="568025"/>
                  </a:lnTo>
                  <a:lnTo>
                    <a:pt x="524978" y="568025"/>
                  </a:lnTo>
                  <a:lnTo>
                    <a:pt x="262489" y="974425"/>
                  </a:lnTo>
                  <a:close/>
                </a:path>
              </a:pathLst>
            </a:custGeom>
            <a:solidFill>
              <a:srgbClr val="13508B"/>
            </a:solidFill>
          </p:spPr>
          <p:txBody>
            <a:bodyPr/>
            <a:lstStyle/>
            <a:p>
              <a:endParaRPr lang="ar-SA" sz="1100"/>
            </a:p>
          </p:txBody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53C2738A-9F55-D1DC-8259-6D4C27A39B2C}"/>
                </a:ext>
              </a:extLst>
            </p:cNvPr>
            <p:cNvSpPr txBox="1"/>
            <p:nvPr/>
          </p:nvSpPr>
          <p:spPr>
            <a:xfrm>
              <a:off x="2442736" y="-186654"/>
              <a:ext cx="118579" cy="910926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1994"/>
                </a:lnSpc>
                <a:spcBef>
                  <a:spcPct val="0"/>
                </a:spcBef>
              </a:pPr>
              <a:endParaRPr sz="1100"/>
            </a:p>
          </p:txBody>
        </p:sp>
      </p:grpSp>
      <p:sp>
        <p:nvSpPr>
          <p:cNvPr id="26" name="Freeform 16">
            <a:extLst>
              <a:ext uri="{FF2B5EF4-FFF2-40B4-BE49-F238E27FC236}">
                <a16:creationId xmlns:a16="http://schemas.microsoft.com/office/drawing/2014/main" id="{4767EA7B-BAE5-F6BD-2B30-07830162179F}"/>
              </a:ext>
            </a:extLst>
          </p:cNvPr>
          <p:cNvSpPr/>
          <p:nvPr/>
        </p:nvSpPr>
        <p:spPr>
          <a:xfrm>
            <a:off x="767295" y="1798137"/>
            <a:ext cx="1050425" cy="364019"/>
          </a:xfrm>
          <a:custGeom>
            <a:avLst/>
            <a:gdLst/>
            <a:ahLst/>
            <a:cxnLst/>
            <a:rect l="l" t="t" r="r" b="b"/>
            <a:pathLst>
              <a:path w="628158" h="823561">
                <a:moveTo>
                  <a:pt x="628158" y="0"/>
                </a:moveTo>
                <a:lnTo>
                  <a:pt x="628158" y="709261"/>
                </a:lnTo>
                <a:lnTo>
                  <a:pt x="314079" y="823561"/>
                </a:lnTo>
                <a:lnTo>
                  <a:pt x="0" y="709261"/>
                </a:lnTo>
                <a:lnTo>
                  <a:pt x="0" y="0"/>
                </a:lnTo>
                <a:lnTo>
                  <a:pt x="628158" y="0"/>
                </a:lnTo>
                <a:close/>
              </a:path>
            </a:pathLst>
          </a:custGeom>
          <a:solidFill>
            <a:srgbClr val="72D6FE"/>
          </a:solidFill>
        </p:spPr>
        <p:txBody>
          <a:bodyPr/>
          <a:lstStyle/>
          <a:p>
            <a:r>
              <a:rPr lang="fr-FR" sz="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StopwordsRemoval</a:t>
            </a:r>
            <a:endParaRPr lang="fr-FR" sz="8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sz="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</a:t>
            </a:r>
            <a:endParaRPr lang="fr-FR" sz="8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900" b="1" dirty="0"/>
          </a:p>
          <a:p>
            <a:endParaRPr lang="ar-SA" sz="900" b="1" i="1" dirty="0"/>
          </a:p>
        </p:txBody>
      </p:sp>
      <p:pic>
        <p:nvPicPr>
          <p:cNvPr id="27" name="Image 26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A7C8E97D-500E-7792-FBB7-256EB8803A1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8"/>
              </a:ext>
            </a:extLst>
          </a:blip>
          <a:stretch>
            <a:fillRect/>
          </a:stretch>
        </p:blipFill>
        <p:spPr>
          <a:xfrm>
            <a:off x="180190" y="2236650"/>
            <a:ext cx="1023523" cy="639702"/>
          </a:xfrm>
          <a:prstGeom prst="rect">
            <a:avLst/>
          </a:prstGeom>
        </p:spPr>
      </p:pic>
      <p:grpSp>
        <p:nvGrpSpPr>
          <p:cNvPr id="28" name="Group 6">
            <a:extLst>
              <a:ext uri="{FF2B5EF4-FFF2-40B4-BE49-F238E27FC236}">
                <a16:creationId xmlns:a16="http://schemas.microsoft.com/office/drawing/2014/main" id="{E16B6D19-3C13-C3DC-5D39-5FB29AD88C52}"/>
              </a:ext>
            </a:extLst>
          </p:cNvPr>
          <p:cNvGrpSpPr/>
          <p:nvPr/>
        </p:nvGrpSpPr>
        <p:grpSpPr>
          <a:xfrm>
            <a:off x="-2526585" y="709905"/>
            <a:ext cx="3101859" cy="593972"/>
            <a:chOff x="2442736" y="-186654"/>
            <a:chExt cx="11541745" cy="1907264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D54DFFE-9270-071D-A56B-F78C34C87B89}"/>
                </a:ext>
              </a:extLst>
            </p:cNvPr>
            <p:cNvSpPr/>
            <p:nvPr/>
          </p:nvSpPr>
          <p:spPr>
            <a:xfrm>
              <a:off x="13459503" y="746185"/>
              <a:ext cx="524978" cy="974425"/>
            </a:xfrm>
            <a:custGeom>
              <a:avLst/>
              <a:gdLst/>
              <a:ahLst/>
              <a:cxnLst/>
              <a:rect l="l" t="t" r="r" b="b"/>
              <a:pathLst>
                <a:path w="524978" h="974425">
                  <a:moveTo>
                    <a:pt x="262489" y="974425"/>
                  </a:moveTo>
                  <a:lnTo>
                    <a:pt x="0" y="568025"/>
                  </a:lnTo>
                  <a:lnTo>
                    <a:pt x="203200" y="568025"/>
                  </a:lnTo>
                  <a:lnTo>
                    <a:pt x="203200" y="0"/>
                  </a:lnTo>
                  <a:lnTo>
                    <a:pt x="321778" y="0"/>
                  </a:lnTo>
                  <a:lnTo>
                    <a:pt x="321778" y="568025"/>
                  </a:lnTo>
                  <a:lnTo>
                    <a:pt x="524978" y="568025"/>
                  </a:lnTo>
                  <a:lnTo>
                    <a:pt x="262489" y="974425"/>
                  </a:lnTo>
                  <a:close/>
                </a:path>
              </a:pathLst>
            </a:custGeom>
            <a:solidFill>
              <a:srgbClr val="13508B"/>
            </a:solidFill>
          </p:spPr>
          <p:txBody>
            <a:bodyPr/>
            <a:lstStyle/>
            <a:p>
              <a:endParaRPr lang="ar-SA" sz="1100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A179AE4-B0BC-89EE-B5ED-3F4FE544BC7A}"/>
                </a:ext>
              </a:extLst>
            </p:cNvPr>
            <p:cNvSpPr txBox="1"/>
            <p:nvPr/>
          </p:nvSpPr>
          <p:spPr>
            <a:xfrm>
              <a:off x="2442736" y="-186654"/>
              <a:ext cx="118579" cy="910926"/>
            </a:xfrm>
            <a:prstGeom prst="rect">
              <a:avLst/>
            </a:prstGeom>
          </p:spPr>
          <p:txBody>
            <a:bodyPr lIns="38100" tIns="38100" rIns="38100" bIns="38100" rtlCol="0" anchor="ctr"/>
            <a:lstStyle/>
            <a:p>
              <a:pPr algn="ctr">
                <a:lnSpc>
                  <a:spcPts val="1994"/>
                </a:lnSpc>
                <a:spcBef>
                  <a:spcPct val="0"/>
                </a:spcBef>
              </a:pPr>
              <a:endParaRPr sz="1100"/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D48DEE42-7A2C-EEBE-225E-965F7BC54DB7}"/>
              </a:ext>
            </a:extLst>
          </p:cNvPr>
          <p:cNvSpPr txBox="1"/>
          <p:nvPr/>
        </p:nvSpPr>
        <p:spPr>
          <a:xfrm>
            <a:off x="41694" y="2844035"/>
            <a:ext cx="17004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155 </a:t>
            </a:r>
            <a:r>
              <a:rPr lang="fr-FR" sz="8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Irrelevant</a:t>
            </a:r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</a:t>
            </a:r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</a:t>
            </a:r>
            <a:r>
              <a:rPr lang="fr-FR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ar-SA" sz="8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Rectangle 2">
            <a:extLst>
              <a:ext uri="{FF2B5EF4-FFF2-40B4-BE49-F238E27FC236}">
                <a16:creationId xmlns:a16="http://schemas.microsoft.com/office/drawing/2014/main" id="{6B0FF848-55AD-AA3E-949D-B51D14C3A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36362"/>
            <a:ext cx="201017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ar-SA" altLang="ar-SA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1383D59F-E418-816D-70CA-D0A0B932D6A9}"/>
              </a:ext>
            </a:extLst>
          </p:cNvPr>
          <p:cNvSpPr txBox="1"/>
          <p:nvPr/>
        </p:nvSpPr>
        <p:spPr>
          <a:xfrm>
            <a:off x="-232911" y="292487"/>
            <a:ext cx="2222149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dirty="0"/>
              <a:t>           </a:t>
            </a:r>
            <a:r>
              <a:rPr lang="fr-FR" sz="700" b="1" dirty="0">
                <a:latin typeface="Arial" panose="020B0604020202020204" pitchFamily="34" charset="0"/>
                <a:cs typeface="Arial" panose="020B0604020202020204" pitchFamily="34" charset="0"/>
              </a:rPr>
              <a:t>Collection &amp; 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r>
              <a:rPr lang="fr-FR" sz="7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r>
              <a:rPr lang="fr-FR" sz="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ar-SA" sz="8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839036-5973-9F39-8497-5B627238491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10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14014" y="626190"/>
            <a:ext cx="6452715" cy="41058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60000"/>
                <a:lumOff val="4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143" name="Espace réservé du contenu 2"/>
          <p:cNvSpPr>
            <a:spLocks noGrp="1"/>
          </p:cNvSpPr>
          <p:nvPr>
            <p:ph idx="1"/>
          </p:nvPr>
        </p:nvSpPr>
        <p:spPr>
          <a:xfrm>
            <a:off x="2092325" y="626189"/>
            <a:ext cx="6597812" cy="4105801"/>
          </a:xfrm>
        </p:spPr>
        <p:txBody>
          <a:bodyPr>
            <a:normAutofit/>
          </a:bodyPr>
          <a:lstStyle/>
          <a:p>
            <a:r>
              <a:rPr lang="en-US" sz="1200" dirty="0" smtClean="0"/>
              <a:t>Data Preprocessing (Cleaning the Verbatim)</a:t>
            </a:r>
            <a:endParaRPr lang="en-US" sz="1200" dirty="0"/>
          </a:p>
          <a:p>
            <a:r>
              <a:rPr lang="en-US" sz="900" b="0" i="1" dirty="0"/>
              <a:t>Objective: Normalize and clean Verbatim data for Processing</a:t>
            </a:r>
          </a:p>
          <a:p>
            <a:endParaRPr lang="fr-FR" sz="788" dirty="0" smtClean="0"/>
          </a:p>
          <a:p>
            <a:endParaRPr lang="fr-FR" sz="788" dirty="0"/>
          </a:p>
          <a:p>
            <a:r>
              <a:rPr lang="fr-FR" sz="788" dirty="0" smtClean="0"/>
              <a:t>🔧 Techniques </a:t>
            </a:r>
            <a:r>
              <a:rPr lang="fr-FR" sz="788" dirty="0" err="1" smtClean="0"/>
              <a:t>Used</a:t>
            </a:r>
            <a:r>
              <a:rPr lang="fr-FR" sz="788" dirty="0" smtClean="0"/>
              <a:t> : </a:t>
            </a:r>
          </a:p>
          <a:p>
            <a:endParaRPr lang="fr-FR" sz="788" dirty="0"/>
          </a:p>
          <a:p>
            <a:r>
              <a:rPr lang="en-US" sz="800" dirty="0" smtClean="0"/>
              <a:t>1</a:t>
            </a:r>
            <a:r>
              <a:rPr lang="en-US" sz="800" dirty="0">
                <a:solidFill>
                  <a:schemeClr val="accent2"/>
                </a:solidFill>
              </a:rPr>
              <a:t>. Regular Expressions</a:t>
            </a:r>
          </a:p>
          <a:p>
            <a:r>
              <a:rPr lang="en-US" sz="800" dirty="0" smtClean="0"/>
              <a:t>     </a:t>
            </a:r>
            <a:r>
              <a:rPr lang="en-US" sz="788" b="0" dirty="0">
                <a:latin typeface="Calibri" panose="020F0502020204030204" pitchFamily="34" charset="0"/>
                <a:cs typeface="Calibri" panose="020F0502020204030204" pitchFamily="34" charset="0"/>
              </a:rPr>
              <a:t>Remove unwanted symbols or characters (</a:t>
            </a:r>
            <a:r>
              <a:rPr lang="en-US" sz="788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extra </a:t>
            </a:r>
            <a:r>
              <a:rPr lang="en-US" sz="788" b="0" dirty="0">
                <a:latin typeface="Calibri" panose="020F0502020204030204" pitchFamily="34" charset="0"/>
                <a:cs typeface="Calibri" panose="020F0502020204030204" pitchFamily="34" charset="0"/>
              </a:rPr>
              <a:t>punctuation, special characters</a:t>
            </a:r>
            <a:r>
              <a:rPr lang="en-US" sz="788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788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788" dirty="0" smtClean="0"/>
              <a:t>       </a:t>
            </a:r>
            <a:endParaRPr lang="fr-FR" sz="788" b="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675" dirty="0" smtClean="0"/>
              <a:t>🔄 </a:t>
            </a:r>
            <a:r>
              <a:rPr lang="fr-FR" sz="675" dirty="0">
                <a:solidFill>
                  <a:srgbClr val="00B050"/>
                </a:solidFill>
              </a:rPr>
              <a:t>Contractions Expansion</a:t>
            </a:r>
            <a:r>
              <a:rPr lang="fr-FR" sz="675" dirty="0" smtClean="0">
                <a:solidFill>
                  <a:srgbClr val="00B050"/>
                </a:solidFill>
              </a:rPr>
              <a:t>:</a:t>
            </a:r>
          </a:p>
          <a:p>
            <a:r>
              <a:rPr lang="en-US" sz="800" dirty="0" smtClean="0">
                <a:cs typeface="Calibri" panose="020F0502020204030204" pitchFamily="34" charset="0"/>
              </a:rPr>
              <a:t>     </a:t>
            </a:r>
            <a:r>
              <a:rPr lang="en-US" sz="788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Expand </a:t>
            </a:r>
            <a:r>
              <a:rPr lang="en-US" sz="788" b="0" dirty="0">
                <a:latin typeface="Calibri" panose="020F0502020204030204" pitchFamily="34" charset="0"/>
                <a:cs typeface="Calibri" panose="020F0502020204030204" pitchFamily="34" charset="0"/>
              </a:rPr>
              <a:t>contracted forms to their full versions to improve uniformity</a:t>
            </a:r>
          </a:p>
          <a:p>
            <a:endParaRPr lang="fr-FR" sz="675" dirty="0"/>
          </a:p>
          <a:p>
            <a:r>
              <a:rPr lang="en-US" sz="800" dirty="0" smtClean="0"/>
              <a:t> </a:t>
            </a:r>
            <a:r>
              <a:rPr lang="fr-FR" sz="800" dirty="0"/>
              <a:t>⚙</a:t>
            </a:r>
            <a:r>
              <a:rPr lang="en-US" sz="800" dirty="0" smtClean="0"/>
              <a:t> </a:t>
            </a:r>
            <a:r>
              <a:rPr lang="en-US" sz="800" dirty="0" smtClean="0">
                <a:solidFill>
                  <a:srgbClr val="00B0F0"/>
                </a:solidFill>
              </a:rPr>
              <a:t>Lowercasing</a:t>
            </a:r>
          </a:p>
          <a:p>
            <a:r>
              <a:rPr lang="en-US" sz="8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788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Convert </a:t>
            </a:r>
            <a:r>
              <a:rPr lang="en-US" sz="788" b="0" dirty="0">
                <a:latin typeface="Calibri" panose="020F0502020204030204" pitchFamily="34" charset="0"/>
                <a:cs typeface="Calibri" panose="020F0502020204030204" pitchFamily="34" charset="0"/>
              </a:rPr>
              <a:t>all text to lowercase to avoid case-sensitive inconsistencies during processing.</a:t>
            </a:r>
          </a:p>
          <a:p>
            <a:endParaRPr lang="fr-FR" sz="675" dirty="0" smtClean="0"/>
          </a:p>
          <a:p>
            <a:r>
              <a:rPr lang="en-US" sz="800" dirty="0"/>
              <a:t> </a:t>
            </a:r>
            <a:r>
              <a:rPr lang="en-US" sz="800" dirty="0" smtClean="0"/>
              <a:t>   </a:t>
            </a:r>
            <a:r>
              <a:rPr lang="en-US" sz="800" dirty="0"/>
              <a:t>Whitespace Normalization</a:t>
            </a:r>
          </a:p>
          <a:p>
            <a:r>
              <a:rPr lang="en-US" sz="800" dirty="0" smtClean="0"/>
              <a:t> </a:t>
            </a:r>
            <a:r>
              <a:rPr lang="en-US" sz="800" dirty="0"/>
              <a:t> </a:t>
            </a:r>
            <a:r>
              <a:rPr lang="en-US" sz="800" dirty="0" smtClean="0"/>
              <a:t>    </a:t>
            </a:r>
            <a:r>
              <a:rPr lang="en-US" sz="788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Remove </a:t>
            </a:r>
            <a:r>
              <a:rPr lang="en-US" sz="788" b="0" dirty="0">
                <a:latin typeface="Calibri" panose="020F0502020204030204" pitchFamily="34" charset="0"/>
                <a:cs typeface="Calibri" panose="020F0502020204030204" pitchFamily="34" charset="0"/>
              </a:rPr>
              <a:t>extra spaces and ensure consistent spacing between words.</a:t>
            </a:r>
          </a:p>
          <a:p>
            <a:endParaRPr lang="fr-FR" sz="675" dirty="0"/>
          </a:p>
          <a:p>
            <a:pPr marL="0" lvl="1" indent="0">
              <a:buNone/>
            </a:pPr>
            <a:endParaRPr lang="fr-FR" sz="788" dirty="0"/>
          </a:p>
        </p:txBody>
      </p:sp>
      <p:cxnSp>
        <p:nvCxnSpPr>
          <p:cNvPr id="147" name="Connecteur droit avec flèche 146">
            <a:extLst>
              <a:ext uri="{FF2B5EF4-FFF2-40B4-BE49-F238E27FC236}">
                <a16:creationId xmlns:a16="http://schemas.microsoft.com/office/drawing/2014/main" id="{90EE23D3-C092-D356-5239-717985614BC5}"/>
              </a:ext>
            </a:extLst>
          </p:cNvPr>
          <p:cNvCxnSpPr>
            <a:cxnSpLocks/>
          </p:cNvCxnSpPr>
          <p:nvPr/>
        </p:nvCxnSpPr>
        <p:spPr>
          <a:xfrm flipV="1">
            <a:off x="1852530" y="1660078"/>
            <a:ext cx="250696" cy="656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/>
          <p:cNvSpPr txBox="1"/>
          <p:nvPr/>
        </p:nvSpPr>
        <p:spPr>
          <a:xfrm>
            <a:off x="2563798" y="3059479"/>
            <a:ext cx="5832663" cy="10119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Original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: </a:t>
            </a:r>
            <a:r>
              <a:rPr lang="en-US" sz="1000" dirty="0">
                <a:solidFill>
                  <a:srgbClr val="00B0F0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T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here were a few times when it seemed that </a:t>
            </a:r>
            <a:r>
              <a:rPr lang="en-US" sz="1000" dirty="0" smtClean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shifts</a:t>
            </a:r>
            <a:r>
              <a:rPr lang="en-US" sz="1000" dirty="0" smtClean="0">
                <a:solidFill>
                  <a:schemeClr val="bg1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 </a:t>
            </a:r>
            <a:r>
              <a:rPr lang="en-US" sz="1000" dirty="0" smtClean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    were 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rougher than normal</a:t>
            </a:r>
            <a:r>
              <a:rPr lang="en-US" sz="1000" b="1" dirty="0">
                <a:solidFill>
                  <a:schemeClr val="accent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...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</a:t>
            </a:r>
            <a:r>
              <a:rPr lang="en-US" sz="1000" dirty="0" smtClean="0">
                <a:solidFill>
                  <a:srgbClr val="00B050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don’t</a:t>
            </a:r>
            <a:r>
              <a:rPr lang="en-US" sz="1000" dirty="0" smtClean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know if the control software</a:t>
            </a:r>
            <a:r>
              <a:rPr lang="en-US" sz="1000" b="1" dirty="0">
                <a:solidFill>
                  <a:schemeClr val="accent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...</a:t>
            </a:r>
          </a:p>
          <a:p>
            <a:endParaRPr lang="en-US" sz="788" dirty="0">
              <a:solidFill>
                <a:schemeClr val="dk2"/>
              </a:solidFill>
              <a:latin typeface="Calibri" panose="020F0502020204030204" pitchFamily="34" charset="0"/>
              <a:ea typeface="Encode Sans"/>
              <a:cs typeface="Calibri" panose="020F0502020204030204" pitchFamily="34" charset="0"/>
              <a:sym typeface="Encode Sans"/>
            </a:endParaRPr>
          </a:p>
          <a:p>
            <a:r>
              <a:rPr lang="en-US" sz="788" dirty="0" smtClean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     </a:t>
            </a:r>
            <a:endParaRPr lang="en-US" sz="788" dirty="0">
              <a:solidFill>
                <a:schemeClr val="dk2"/>
              </a:solidFill>
              <a:latin typeface="Calibri" panose="020F0502020204030204" pitchFamily="34" charset="0"/>
              <a:ea typeface="Encode Sans"/>
              <a:cs typeface="Calibri" panose="020F0502020204030204" pitchFamily="34" charset="0"/>
              <a:sym typeface="Encode Sans"/>
            </a:endParaRPr>
          </a:p>
          <a:p>
            <a:r>
              <a:rPr lang="en-US" sz="1200" b="1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Output</a:t>
            </a:r>
            <a:r>
              <a:rPr lang="en-US" sz="1200" b="1" dirty="0" smtClean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: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 there were a few times when it seemed that </a:t>
            </a:r>
            <a:r>
              <a:rPr lang="en-US" sz="1000" dirty="0" smtClean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shifts 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were rougher than normal </a:t>
            </a:r>
            <a:r>
              <a: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do not </a:t>
            </a:r>
            <a:r>
              <a:rPr lang="en-US" sz="1000" dirty="0">
                <a:solidFill>
                  <a:schemeClr val="dk2"/>
                </a:solidFill>
                <a:latin typeface="Calibri" panose="020F0502020204030204" pitchFamily="34" charset="0"/>
                <a:ea typeface="Encode Sans"/>
                <a:cs typeface="Calibri" panose="020F0502020204030204" pitchFamily="34" charset="0"/>
                <a:sym typeface="Encode Sans"/>
              </a:rPr>
              <a:t>know if the control software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08527" y="3130317"/>
            <a:ext cx="327048" cy="153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7335223" y="3130317"/>
            <a:ext cx="322041" cy="140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/>
          <p:cNvSpPr/>
          <p:nvPr/>
        </p:nvSpPr>
        <p:spPr>
          <a:xfrm flipH="1" flipV="1">
            <a:off x="5844665" y="3130316"/>
            <a:ext cx="162321" cy="140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60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3" grpId="0" uiExpand="1" build="p"/>
      <p:bldP spid="64" grpId="0"/>
      <p:bldP spid="6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Freeform 3">
            <a:extLst>
              <a:ext uri="{FF2B5EF4-FFF2-40B4-BE49-F238E27FC236}">
                <a16:creationId xmlns:a16="http://schemas.microsoft.com/office/drawing/2014/main" id="{B4BA5248-080B-FD8C-3632-6BBA40E93D91}"/>
              </a:ext>
            </a:extLst>
          </p:cNvPr>
          <p:cNvSpPr/>
          <p:nvPr/>
        </p:nvSpPr>
        <p:spPr>
          <a:xfrm>
            <a:off x="1910178" y="297551"/>
            <a:ext cx="7215655" cy="1985144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/>
          <a:lstStyle/>
          <a:p>
            <a:endParaRPr lang="ar-SA" sz="1100"/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6F24391F-A852-99E4-FBB2-532DA8D4276E}"/>
              </a:ext>
            </a:extLst>
          </p:cNvPr>
          <p:cNvSpPr txBox="1"/>
          <p:nvPr/>
        </p:nvSpPr>
        <p:spPr>
          <a:xfrm>
            <a:off x="46840" y="63065"/>
            <a:ext cx="2204609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pc="-1" dirty="0">
                <a:solidFill>
                  <a:srgbClr val="103563"/>
                </a:solidFill>
                <a:latin typeface="+mj-lt"/>
                <a:ea typeface="DejaVu Sans"/>
              </a:rPr>
              <a:t>Global WORKFLOW </a:t>
            </a:r>
            <a:endParaRPr lang="fr-FR" sz="1200" spc="-1" dirty="0">
              <a:solidFill>
                <a:srgbClr val="103563"/>
              </a:solidFill>
              <a:latin typeface="+mj-lt"/>
              <a:ea typeface="DejaVu Sans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56393B8-ADA6-CBDB-77EB-3A071A50FC0C}"/>
              </a:ext>
            </a:extLst>
          </p:cNvPr>
          <p:cNvSpPr txBox="1"/>
          <p:nvPr/>
        </p:nvSpPr>
        <p:spPr>
          <a:xfrm>
            <a:off x="3811304" y="253737"/>
            <a:ext cx="3600450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1050" b="1" i="1">
                <a:latin typeface="Calibri" panose="020F0502020204030204" pitchFamily="34" charset="0"/>
                <a:ea typeface="Calibri" panose="020F0502020204030204" pitchFamily="34" charset="0"/>
              </a:rPr>
              <a:t>Topic </a:t>
            </a:r>
            <a:r>
              <a:rPr lang="fr-FR" sz="1050" b="1" i="1" err="1">
                <a:latin typeface="Calibri" panose="020F0502020204030204" pitchFamily="34" charset="0"/>
                <a:ea typeface="Calibri" panose="020F0502020204030204" pitchFamily="34" charset="0"/>
              </a:rPr>
              <a:t>Generation</a:t>
            </a:r>
            <a:r>
              <a:rPr lang="fr-FR" sz="1050" b="1" i="1">
                <a:latin typeface="Calibri" panose="020F0502020204030204" pitchFamily="34" charset="0"/>
                <a:ea typeface="Calibri" panose="020F0502020204030204" pitchFamily="34" charset="0"/>
              </a:rPr>
              <a:t> via </a:t>
            </a:r>
            <a:r>
              <a:rPr lang="fr-FR" sz="1050" b="1" i="1" err="1">
                <a:latin typeface="Calibri" panose="020F0502020204030204" pitchFamily="34" charset="0"/>
                <a:ea typeface="Calibri" panose="020F0502020204030204" pitchFamily="34" charset="0"/>
              </a:rPr>
              <a:t>LLMs</a:t>
            </a:r>
            <a:r>
              <a:rPr lang="fr-FR" sz="1050" b="1" i="1">
                <a:latin typeface="Calibri" panose="020F0502020204030204" pitchFamily="34" charset="0"/>
                <a:ea typeface="Calibri" panose="020F0502020204030204" pitchFamily="34" charset="0"/>
              </a:rPr>
              <a:t>  (DBRX model</a:t>
            </a:r>
            <a:r>
              <a:rPr lang="fr-FR" sz="1000" b="1" i="1"/>
              <a:t>)</a:t>
            </a:r>
            <a:endParaRPr lang="ar-SA" sz="1000" b="1" i="1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583821E3-E753-100A-934E-C89F3036A5DD}"/>
              </a:ext>
            </a:extLst>
          </p:cNvPr>
          <p:cNvSpPr/>
          <p:nvPr/>
        </p:nvSpPr>
        <p:spPr>
          <a:xfrm>
            <a:off x="1998893" y="697789"/>
            <a:ext cx="1017358" cy="12874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666C81B-72BB-7081-5F91-DEF59A7D141E}"/>
              </a:ext>
            </a:extLst>
          </p:cNvPr>
          <p:cNvSpPr txBox="1"/>
          <p:nvPr/>
        </p:nvSpPr>
        <p:spPr>
          <a:xfrm>
            <a:off x="1941484" y="762091"/>
            <a:ext cx="1582272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endParaRPr lang="ar-SA" sz="9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36857F-4218-91B3-F1E4-2DED90FCDAC2}"/>
              </a:ext>
            </a:extLst>
          </p:cNvPr>
          <p:cNvSpPr/>
          <p:nvPr/>
        </p:nvSpPr>
        <p:spPr>
          <a:xfrm>
            <a:off x="2098948" y="1048956"/>
            <a:ext cx="792584" cy="21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129824-6C2B-86FF-BCB7-1CC977961C23}"/>
              </a:ext>
            </a:extLst>
          </p:cNvPr>
          <p:cNvSpPr/>
          <p:nvPr/>
        </p:nvSpPr>
        <p:spPr>
          <a:xfrm>
            <a:off x="2098948" y="1335591"/>
            <a:ext cx="792584" cy="21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7856C6-BA17-B7CF-8773-85D0E2D92265}"/>
              </a:ext>
            </a:extLst>
          </p:cNvPr>
          <p:cNvSpPr/>
          <p:nvPr/>
        </p:nvSpPr>
        <p:spPr>
          <a:xfrm>
            <a:off x="2098948" y="1640400"/>
            <a:ext cx="792584" cy="2157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Verbatims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F86F1F0B-BDC1-FB5B-5B19-56FE3D48EBD6}"/>
              </a:ext>
            </a:extLst>
          </p:cNvPr>
          <p:cNvSpPr/>
          <p:nvPr/>
        </p:nvSpPr>
        <p:spPr>
          <a:xfrm>
            <a:off x="3236517" y="711739"/>
            <a:ext cx="1326719" cy="142873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1100"/>
              <a:t> </a:t>
            </a:r>
            <a:endParaRPr lang="ar-SA" sz="11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13CC56-684C-6BED-EB06-81DF7B605F86}"/>
              </a:ext>
            </a:extLst>
          </p:cNvPr>
          <p:cNvSpPr/>
          <p:nvPr/>
        </p:nvSpPr>
        <p:spPr>
          <a:xfrm>
            <a:off x="3358329" y="811900"/>
            <a:ext cx="1057407" cy="298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LLMS (DBRX</a:t>
            </a:r>
            <a:r>
              <a:rPr lang="fr-FR" sz="700" b="1" i="1"/>
              <a:t>)</a:t>
            </a:r>
            <a:endParaRPr lang="ar-SA" sz="700" b="1" i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1F9AB3-E7FE-399A-34A5-45EF3F947904}"/>
              </a:ext>
            </a:extLst>
          </p:cNvPr>
          <p:cNvSpPr/>
          <p:nvPr/>
        </p:nvSpPr>
        <p:spPr>
          <a:xfrm>
            <a:off x="3352606" y="1515465"/>
            <a:ext cx="1112070" cy="269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</a:t>
            </a:r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billions of </a:t>
            </a:r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parametres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7FEC16B-6B5D-D673-8BCE-F8CACB768B51}"/>
              </a:ext>
            </a:extLst>
          </p:cNvPr>
          <p:cNvCxnSpPr>
            <a:cxnSpLocks/>
          </p:cNvCxnSpPr>
          <p:nvPr/>
        </p:nvCxnSpPr>
        <p:spPr>
          <a:xfrm flipV="1">
            <a:off x="3841899" y="1172699"/>
            <a:ext cx="0" cy="31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90609AF3-1C3B-9C39-8751-B81867724579}"/>
              </a:ext>
            </a:extLst>
          </p:cNvPr>
          <p:cNvCxnSpPr>
            <a:cxnSpLocks/>
          </p:cNvCxnSpPr>
          <p:nvPr/>
        </p:nvCxnSpPr>
        <p:spPr>
          <a:xfrm>
            <a:off x="3908641" y="1198994"/>
            <a:ext cx="0" cy="285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D754E29-873B-C53A-8392-88794AAE2646}"/>
              </a:ext>
            </a:extLst>
          </p:cNvPr>
          <p:cNvCxnSpPr>
            <a:cxnSpLocks/>
          </p:cNvCxnSpPr>
          <p:nvPr/>
        </p:nvCxnSpPr>
        <p:spPr>
          <a:xfrm>
            <a:off x="3032341" y="1319960"/>
            <a:ext cx="203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243A8F80-E6D7-78F1-FA2F-C3D304ADB378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4578811" y="1319960"/>
            <a:ext cx="168712" cy="2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C4AA6C6-D872-C916-8FE9-C694DF19BF65}"/>
              </a:ext>
            </a:extLst>
          </p:cNvPr>
          <p:cNvSpPr/>
          <p:nvPr/>
        </p:nvSpPr>
        <p:spPr>
          <a:xfrm>
            <a:off x="4747523" y="1014506"/>
            <a:ext cx="1117118" cy="6109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r>
              <a:rPr lang="fr-FR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Categorized</a:t>
            </a:r>
            <a:r>
              <a:rPr lang="fr-F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1" dirty="0" smtClean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902</a:t>
            </a:r>
            <a:r>
              <a:rPr lang="fr-FR" sz="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</a:t>
            </a:r>
            <a:r>
              <a:rPr lang="fr-F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fr-FR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ectangle : avec coin rogné 46">
            <a:extLst>
              <a:ext uri="{FF2B5EF4-FFF2-40B4-BE49-F238E27FC236}">
                <a16:creationId xmlns:a16="http://schemas.microsoft.com/office/drawing/2014/main" id="{D92548FC-963B-57D8-8879-1E9398B93D0C}"/>
              </a:ext>
            </a:extLst>
          </p:cNvPr>
          <p:cNvSpPr/>
          <p:nvPr/>
        </p:nvSpPr>
        <p:spPr>
          <a:xfrm>
            <a:off x="5864642" y="466390"/>
            <a:ext cx="1895760" cy="754041"/>
          </a:xfrm>
          <a:prstGeom prst="snip1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b="1" i="1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CE092CCF-C392-BE2E-FCD7-BEDF1A0DEDD2}"/>
              </a:ext>
            </a:extLst>
          </p:cNvPr>
          <p:cNvSpPr/>
          <p:nvPr/>
        </p:nvSpPr>
        <p:spPr>
          <a:xfrm>
            <a:off x="5885771" y="604561"/>
            <a:ext cx="814826" cy="937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420300F-512C-D0F3-535C-B13E22EC3AD9}"/>
              </a:ext>
            </a:extLst>
          </p:cNvPr>
          <p:cNvSpPr txBox="1"/>
          <p:nvPr/>
        </p:nvSpPr>
        <p:spPr>
          <a:xfrm>
            <a:off x="5953630" y="439874"/>
            <a:ext cx="917644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</a:t>
            </a:r>
            <a:r>
              <a:rPr lang="fr-FR" sz="7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98331DC7-A8F9-DDB0-A01A-1B003CDA1A22}"/>
              </a:ext>
            </a:extLst>
          </p:cNvPr>
          <p:cNvCxnSpPr>
            <a:cxnSpLocks/>
            <a:stCxn id="47" idx="1"/>
          </p:cNvCxnSpPr>
          <p:nvPr/>
        </p:nvCxnSpPr>
        <p:spPr>
          <a:xfrm>
            <a:off x="6812522" y="1220431"/>
            <a:ext cx="0" cy="115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37EE5CBB-9D6A-A636-CD79-5A063BB8D15E}"/>
              </a:ext>
            </a:extLst>
          </p:cNvPr>
          <p:cNvCxnSpPr>
            <a:cxnSpLocks/>
          </p:cNvCxnSpPr>
          <p:nvPr/>
        </p:nvCxnSpPr>
        <p:spPr>
          <a:xfrm>
            <a:off x="6739477" y="906229"/>
            <a:ext cx="421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AEFC58E5-05FD-6516-166F-C0199E32E044}"/>
              </a:ext>
            </a:extLst>
          </p:cNvPr>
          <p:cNvSpPr txBox="1"/>
          <p:nvPr/>
        </p:nvSpPr>
        <p:spPr>
          <a:xfrm>
            <a:off x="6652713" y="713231"/>
            <a:ext cx="794661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</a:t>
            </a:r>
            <a:endParaRPr lang="ar-SA" sz="7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B687C4C8-04BE-5ADD-852B-12CEBE591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374" y="735365"/>
            <a:ext cx="360712" cy="451383"/>
          </a:xfrm>
          <a:prstGeom prst="rect">
            <a:avLst/>
          </a:prstGeom>
        </p:spPr>
      </p:pic>
      <p:sp>
        <p:nvSpPr>
          <p:cNvPr id="55" name="Ellipse 54">
            <a:extLst>
              <a:ext uri="{FF2B5EF4-FFF2-40B4-BE49-F238E27FC236}">
                <a16:creationId xmlns:a16="http://schemas.microsoft.com/office/drawing/2014/main" id="{7A5A17DA-6E76-4556-7D36-38D6D727DA0A}"/>
              </a:ext>
            </a:extLst>
          </p:cNvPr>
          <p:cNvSpPr/>
          <p:nvPr/>
        </p:nvSpPr>
        <p:spPr>
          <a:xfrm>
            <a:off x="5894965" y="949144"/>
            <a:ext cx="917557" cy="95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7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 tagging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C4F380A8-C93F-EC4B-E329-93BB2FF5BBF2}"/>
              </a:ext>
            </a:extLst>
          </p:cNvPr>
          <p:cNvSpPr/>
          <p:nvPr/>
        </p:nvSpPr>
        <p:spPr>
          <a:xfrm>
            <a:off x="5885771" y="824546"/>
            <a:ext cx="897602" cy="1000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NER </a:t>
            </a:r>
            <a:r>
              <a:rPr lang="en-US" sz="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tagging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D6A37916-4FCA-C7F3-38AB-BC8365D7C4B7}"/>
              </a:ext>
            </a:extLst>
          </p:cNvPr>
          <p:cNvSpPr/>
          <p:nvPr/>
        </p:nvSpPr>
        <p:spPr>
          <a:xfrm>
            <a:off x="5895060" y="714858"/>
            <a:ext cx="828459" cy="814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Tokenization</a:t>
            </a:r>
            <a:endParaRPr lang="en-US" sz="7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31483666-6A26-EF9E-0F05-0F9AF8622319}"/>
              </a:ext>
            </a:extLst>
          </p:cNvPr>
          <p:cNvSpPr/>
          <p:nvPr/>
        </p:nvSpPr>
        <p:spPr>
          <a:xfrm>
            <a:off x="5864642" y="1073781"/>
            <a:ext cx="1063255" cy="100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Lemmatisation</a:t>
            </a:r>
            <a:endParaRPr lang="ar-SA" sz="7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AFE3F7F1-19D2-8515-C469-AE40AFF211A0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5864641" y="1319960"/>
            <a:ext cx="2013267" cy="2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138F0307-127B-B6D1-52A7-FB0318D0D0DA}"/>
              </a:ext>
            </a:extLst>
          </p:cNvPr>
          <p:cNvSpPr/>
          <p:nvPr/>
        </p:nvSpPr>
        <p:spPr>
          <a:xfrm>
            <a:off x="7875780" y="1020484"/>
            <a:ext cx="996263" cy="6109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2344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Verbatims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765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</a:t>
            </a:r>
            <a:endParaRPr lang="fr-FR" sz="7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fr-FR" sz="7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C37D50C-7637-C1FF-A564-F0918D6E960A}"/>
              </a:ext>
            </a:extLst>
          </p:cNvPr>
          <p:cNvSpPr/>
          <p:nvPr/>
        </p:nvSpPr>
        <p:spPr>
          <a:xfrm>
            <a:off x="7886692" y="1946899"/>
            <a:ext cx="284105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66D052-0F14-A1F5-19BF-4E7EAF0B312C}"/>
              </a:ext>
            </a:extLst>
          </p:cNvPr>
          <p:cNvSpPr/>
          <p:nvPr/>
        </p:nvSpPr>
        <p:spPr>
          <a:xfrm>
            <a:off x="7886958" y="2034997"/>
            <a:ext cx="283840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BE4C2D-F845-FC26-AB6E-D9E9230CA00B}"/>
              </a:ext>
            </a:extLst>
          </p:cNvPr>
          <p:cNvSpPr/>
          <p:nvPr/>
        </p:nvSpPr>
        <p:spPr>
          <a:xfrm>
            <a:off x="7885531" y="2112562"/>
            <a:ext cx="288995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2E2FC55-4B09-6CF3-004B-0507D03EDC26}"/>
              </a:ext>
            </a:extLst>
          </p:cNvPr>
          <p:cNvSpPr/>
          <p:nvPr/>
        </p:nvSpPr>
        <p:spPr>
          <a:xfrm>
            <a:off x="7885531" y="2202638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B460ED69-C162-0319-8276-645F8AC09FA2}"/>
              </a:ext>
            </a:extLst>
          </p:cNvPr>
          <p:cNvCxnSpPr>
            <a:cxnSpLocks/>
            <a:stCxn id="74" idx="3"/>
            <a:endCxn id="84" idx="1"/>
          </p:cNvCxnSpPr>
          <p:nvPr/>
        </p:nvCxnSpPr>
        <p:spPr>
          <a:xfrm>
            <a:off x="8170797" y="1964044"/>
            <a:ext cx="130701" cy="13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EA88638-1897-AD9A-252E-F3D0606A3CA4}"/>
              </a:ext>
            </a:extLst>
          </p:cNvPr>
          <p:cNvCxnSpPr>
            <a:cxnSpLocks/>
            <a:stCxn id="75" idx="3"/>
            <a:endCxn id="85" idx="1"/>
          </p:cNvCxnSpPr>
          <p:nvPr/>
        </p:nvCxnSpPr>
        <p:spPr>
          <a:xfrm>
            <a:off x="8170797" y="2052141"/>
            <a:ext cx="137179" cy="28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374908BF-F106-BE90-348F-A2B4216A992B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>
          <a:xfrm flipV="1">
            <a:off x="8174525" y="2080339"/>
            <a:ext cx="133451" cy="49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99E8E67F-1528-B24F-5C30-4DDAA1CAA6F6}"/>
              </a:ext>
            </a:extLst>
          </p:cNvPr>
          <p:cNvCxnSpPr>
            <a:cxnSpLocks/>
            <a:stCxn id="77" idx="3"/>
            <a:endCxn id="86" idx="1"/>
          </p:cNvCxnSpPr>
          <p:nvPr/>
        </p:nvCxnSpPr>
        <p:spPr>
          <a:xfrm flipV="1">
            <a:off x="8179748" y="2177403"/>
            <a:ext cx="125113" cy="42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E5475FE-28EB-9514-38F3-3BCAB9BF96A7}"/>
              </a:ext>
            </a:extLst>
          </p:cNvPr>
          <p:cNvSpPr/>
          <p:nvPr/>
        </p:nvSpPr>
        <p:spPr>
          <a:xfrm>
            <a:off x="8713777" y="1985669"/>
            <a:ext cx="284106" cy="61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E8BA91F-A05A-73F2-B0D3-3843A116FBEF}"/>
              </a:ext>
            </a:extLst>
          </p:cNvPr>
          <p:cNvSpPr/>
          <p:nvPr/>
        </p:nvSpPr>
        <p:spPr>
          <a:xfrm>
            <a:off x="8301498" y="1951762"/>
            <a:ext cx="297464" cy="51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9CD8EA-00A8-9221-5DE2-B87A760783D7}"/>
              </a:ext>
            </a:extLst>
          </p:cNvPr>
          <p:cNvSpPr/>
          <p:nvPr/>
        </p:nvSpPr>
        <p:spPr>
          <a:xfrm>
            <a:off x="8307976" y="2053753"/>
            <a:ext cx="297464" cy="53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53F7F8-9A02-8DD0-026C-A8A4AAAC62C1}"/>
              </a:ext>
            </a:extLst>
          </p:cNvPr>
          <p:cNvSpPr/>
          <p:nvPr/>
        </p:nvSpPr>
        <p:spPr>
          <a:xfrm>
            <a:off x="8304860" y="2150817"/>
            <a:ext cx="297464" cy="53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A80DA8DF-B3A0-EE50-DF66-362480C80841}"/>
              </a:ext>
            </a:extLst>
          </p:cNvPr>
          <p:cNvCxnSpPr>
            <a:cxnSpLocks/>
          </p:cNvCxnSpPr>
          <p:nvPr/>
        </p:nvCxnSpPr>
        <p:spPr>
          <a:xfrm>
            <a:off x="8598220" y="1969333"/>
            <a:ext cx="102941" cy="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7DFCAB44-3CCD-C72F-4B8D-CD0C85EACCBA}"/>
              </a:ext>
            </a:extLst>
          </p:cNvPr>
          <p:cNvCxnSpPr>
            <a:cxnSpLocks/>
          </p:cNvCxnSpPr>
          <p:nvPr/>
        </p:nvCxnSpPr>
        <p:spPr>
          <a:xfrm flipV="1">
            <a:off x="8596971" y="2009021"/>
            <a:ext cx="104191" cy="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F7748963-6987-2FAF-42F1-433646B2F7DA}"/>
              </a:ext>
            </a:extLst>
          </p:cNvPr>
          <p:cNvSpPr txBox="1"/>
          <p:nvPr/>
        </p:nvSpPr>
        <p:spPr>
          <a:xfrm>
            <a:off x="7762437" y="1677075"/>
            <a:ext cx="68742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 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0283945E-F56A-2AA7-3CA8-74471E210DCB}"/>
              </a:ext>
            </a:extLst>
          </p:cNvPr>
          <p:cNvSpPr txBox="1"/>
          <p:nvPr/>
        </p:nvSpPr>
        <p:spPr>
          <a:xfrm>
            <a:off x="8266286" y="1765026"/>
            <a:ext cx="677102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</a:t>
            </a:r>
            <a:r>
              <a:rPr lang="fr-FR" sz="700" b="1" err="1"/>
              <a:t>ry</a:t>
            </a:r>
            <a:endParaRPr lang="ar-SA" sz="700" b="1"/>
          </a:p>
        </p:txBody>
      </p: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B346F172-A630-9B4B-A266-2B4B73DE8EF3}"/>
              </a:ext>
            </a:extLst>
          </p:cNvPr>
          <p:cNvCxnSpPr>
            <a:cxnSpLocks/>
          </p:cNvCxnSpPr>
          <p:nvPr/>
        </p:nvCxnSpPr>
        <p:spPr>
          <a:xfrm>
            <a:off x="8600221" y="2106585"/>
            <a:ext cx="100940" cy="43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5E71213-5849-4BB9-C05F-B6BF649C8EF8}"/>
              </a:ext>
            </a:extLst>
          </p:cNvPr>
          <p:cNvSpPr/>
          <p:nvPr/>
        </p:nvSpPr>
        <p:spPr>
          <a:xfrm>
            <a:off x="7514247" y="2034223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AD2AA8C-613C-C668-43A1-914644BE8C56}"/>
              </a:ext>
            </a:extLst>
          </p:cNvPr>
          <p:cNvSpPr/>
          <p:nvPr/>
        </p:nvSpPr>
        <p:spPr>
          <a:xfrm>
            <a:off x="7525784" y="2197421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6A972A4-8CC2-9C48-B25B-BF2A4C398A11}"/>
              </a:ext>
            </a:extLst>
          </p:cNvPr>
          <p:cNvSpPr/>
          <p:nvPr/>
        </p:nvSpPr>
        <p:spPr>
          <a:xfrm>
            <a:off x="7514247" y="2112562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1B107D77-EC22-34EF-2C1E-D6738ECBCD53}"/>
              </a:ext>
            </a:extLst>
          </p:cNvPr>
          <p:cNvSpPr txBox="1"/>
          <p:nvPr/>
        </p:nvSpPr>
        <p:spPr>
          <a:xfrm>
            <a:off x="7318690" y="1780869"/>
            <a:ext cx="710054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2820CA51-58AB-75A9-7A97-C1491329FA3D}"/>
              </a:ext>
            </a:extLst>
          </p:cNvPr>
          <p:cNvCxnSpPr>
            <a:cxnSpLocks/>
          </p:cNvCxnSpPr>
          <p:nvPr/>
        </p:nvCxnSpPr>
        <p:spPr>
          <a:xfrm>
            <a:off x="8285097" y="2078344"/>
            <a:ext cx="130701" cy="13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B8391F1-46BD-AB36-E7ED-C0C0267B8749}"/>
              </a:ext>
            </a:extLst>
          </p:cNvPr>
          <p:cNvCxnSpPr>
            <a:cxnSpLocks/>
          </p:cNvCxnSpPr>
          <p:nvPr/>
        </p:nvCxnSpPr>
        <p:spPr>
          <a:xfrm>
            <a:off x="7794868" y="2129706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E58A4976-0676-C2B7-D81A-6BF4B562531C}"/>
              </a:ext>
            </a:extLst>
          </p:cNvPr>
          <p:cNvCxnSpPr>
            <a:cxnSpLocks/>
          </p:cNvCxnSpPr>
          <p:nvPr/>
        </p:nvCxnSpPr>
        <p:spPr>
          <a:xfrm>
            <a:off x="7765968" y="2223017"/>
            <a:ext cx="111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EB38C736-1DC9-3145-1ABB-F2472DF93EC1}"/>
              </a:ext>
            </a:extLst>
          </p:cNvPr>
          <p:cNvSpPr/>
          <p:nvPr/>
        </p:nvSpPr>
        <p:spPr>
          <a:xfrm>
            <a:off x="7516883" y="1951380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D97CA156-0344-C8D6-079E-2E41E1BD7CBD}"/>
              </a:ext>
            </a:extLst>
          </p:cNvPr>
          <p:cNvCxnSpPr>
            <a:cxnSpLocks/>
          </p:cNvCxnSpPr>
          <p:nvPr/>
        </p:nvCxnSpPr>
        <p:spPr>
          <a:xfrm>
            <a:off x="7817083" y="2051366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183D6E7C-41A6-6306-5A73-0539C68B6B06}"/>
              </a:ext>
            </a:extLst>
          </p:cNvPr>
          <p:cNvCxnSpPr>
            <a:cxnSpLocks/>
          </p:cNvCxnSpPr>
          <p:nvPr/>
        </p:nvCxnSpPr>
        <p:spPr>
          <a:xfrm>
            <a:off x="7808597" y="1969333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1F08FD8-E96A-057D-4A42-61903EB06CEF}"/>
              </a:ext>
            </a:extLst>
          </p:cNvPr>
          <p:cNvSpPr/>
          <p:nvPr/>
        </p:nvSpPr>
        <p:spPr>
          <a:xfrm>
            <a:off x="8721299" y="2129657"/>
            <a:ext cx="284106" cy="61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AE1F83A-17ED-85A7-7D03-1EE720BE17C7}"/>
              </a:ext>
            </a:extLst>
          </p:cNvPr>
          <p:cNvSpPr txBox="1"/>
          <p:nvPr/>
        </p:nvSpPr>
        <p:spPr>
          <a:xfrm>
            <a:off x="8738822" y="1764627"/>
            <a:ext cx="810357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0202F06A-2145-A48B-742B-EA03F86B3537}"/>
              </a:ext>
            </a:extLst>
          </p:cNvPr>
          <p:cNvCxnSpPr>
            <a:cxnSpLocks/>
          </p:cNvCxnSpPr>
          <p:nvPr/>
        </p:nvCxnSpPr>
        <p:spPr>
          <a:xfrm>
            <a:off x="8266286" y="1650223"/>
            <a:ext cx="0" cy="127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2">
            <a:extLst>
              <a:ext uri="{FF2B5EF4-FFF2-40B4-BE49-F238E27FC236}">
                <a16:creationId xmlns:a16="http://schemas.microsoft.com/office/drawing/2014/main" id="{6B0FF848-55AD-AA3E-949D-B51D14C3A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236362"/>
            <a:ext cx="201017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ar-SA" altLang="ar-SA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1292" name="Connecteur droit avec flèche 1291">
            <a:extLst>
              <a:ext uri="{FF2B5EF4-FFF2-40B4-BE49-F238E27FC236}">
                <a16:creationId xmlns:a16="http://schemas.microsoft.com/office/drawing/2014/main" id="{90EE23D3-C092-D356-5239-717985614BC5}"/>
              </a:ext>
            </a:extLst>
          </p:cNvPr>
          <p:cNvCxnSpPr>
            <a:cxnSpLocks/>
          </p:cNvCxnSpPr>
          <p:nvPr/>
        </p:nvCxnSpPr>
        <p:spPr>
          <a:xfrm flipH="1">
            <a:off x="2159508" y="2272066"/>
            <a:ext cx="227041" cy="278398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839036-5973-9F39-8497-5B627238491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11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300" y="2625327"/>
            <a:ext cx="3121683" cy="16461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60000"/>
                <a:lumOff val="4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5516645" y="1184011"/>
            <a:ext cx="2933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974229" y="477037"/>
            <a:ext cx="2704577" cy="1737528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795237" y="439874"/>
            <a:ext cx="1999631" cy="794000"/>
          </a:xfrm>
          <a:prstGeom prst="rect">
            <a:avLst/>
          </a:prstGeom>
          <a:noFill/>
          <a:ln w="9525"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5" name="Connecteur droit avec flèche 104">
            <a:extLst>
              <a:ext uri="{FF2B5EF4-FFF2-40B4-BE49-F238E27FC236}">
                <a16:creationId xmlns:a16="http://schemas.microsoft.com/office/drawing/2014/main" id="{90EE23D3-C092-D356-5239-717985614BC5}"/>
              </a:ext>
            </a:extLst>
          </p:cNvPr>
          <p:cNvCxnSpPr>
            <a:cxnSpLocks/>
          </p:cNvCxnSpPr>
          <p:nvPr/>
        </p:nvCxnSpPr>
        <p:spPr>
          <a:xfrm flipH="1">
            <a:off x="5626493" y="1250461"/>
            <a:ext cx="881153" cy="1234829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4145189" y="2485290"/>
            <a:ext cx="1650048" cy="12490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60000"/>
                <a:lumOff val="4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Post-Processing Steps</a:t>
            </a:r>
            <a:endParaRPr lang="fr-FR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34997" y="2678510"/>
            <a:ext cx="310098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🔧 Prompt Configuration </a:t>
            </a:r>
            <a:r>
              <a:rPr lang="en-US" sz="11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Details</a:t>
            </a:r>
          </a:p>
          <a:p>
            <a:endParaRPr lang="en-US" sz="1100" b="1" dirty="0">
              <a:solidFill>
                <a:schemeClr val="dk2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r>
              <a:rPr lang="en-US" sz="9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en-US" sz="9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Model Used: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DBRX</a:t>
            </a:r>
            <a:r>
              <a:rPr lang="en-US" sz="900" dirty="0"/>
              <a:t/>
            </a:r>
            <a:br>
              <a:rPr lang="en-US" sz="900" dirty="0"/>
            </a:br>
            <a:r>
              <a:rPr lang="en-US" sz="9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Prompt Type</a:t>
            </a:r>
            <a:r>
              <a:rPr lang="en-US" sz="9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Instruction-based + Few-shot examples</a:t>
            </a:r>
          </a:p>
          <a:p>
            <a:r>
              <a:rPr lang="en-US" sz="9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Prompt Structure:</a:t>
            </a:r>
          </a:p>
          <a:p>
            <a:r>
              <a:rPr lang="en-US" sz="9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        </a:t>
            </a:r>
            <a:r>
              <a:rPr lang="en-US" sz="9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Encode Sans"/>
                <a:ea typeface="Encode Sans"/>
                <a:cs typeface="Encode Sans"/>
              </a:rPr>
              <a:t>🔹</a:t>
            </a:r>
            <a:r>
              <a:rPr lang="en-US" sz="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Encode Sans"/>
                <a:ea typeface="Encode Sans"/>
                <a:cs typeface="Encode Sans"/>
              </a:rPr>
              <a:t>Context Setup</a:t>
            </a:r>
            <a:endParaRPr lang="en-US" sz="800" dirty="0">
              <a:solidFill>
                <a:schemeClr val="bg2">
                  <a:lumMod val="60000"/>
                  <a:lumOff val="40000"/>
                </a:schemeClr>
              </a:solidFill>
              <a:latin typeface="Encode Sans"/>
              <a:ea typeface="Encode Sans"/>
              <a:cs typeface="Encode Sans"/>
            </a:endParaRPr>
          </a:p>
          <a:p>
            <a:r>
              <a:rPr lang="en-US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       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Encode Sans"/>
                <a:ea typeface="Encode Sans"/>
                <a:cs typeface="Encode Sans"/>
              </a:rPr>
              <a:t>🔹 Explicit </a:t>
            </a:r>
            <a:r>
              <a:rPr lang="en-US" sz="8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Encode Sans"/>
                <a:ea typeface="Encode Sans"/>
                <a:cs typeface="Encode Sans"/>
              </a:rPr>
              <a:t>Instructions</a:t>
            </a:r>
            <a:endParaRPr lang="en-US" sz="800" dirty="0">
              <a:solidFill>
                <a:schemeClr val="bg2">
                  <a:lumMod val="60000"/>
                  <a:lumOff val="40000"/>
                </a:schemeClr>
              </a:solidFill>
              <a:latin typeface="Encode Sans"/>
              <a:ea typeface="Encode Sans"/>
              <a:cs typeface="Encode Sans"/>
            </a:endParaRPr>
          </a:p>
          <a:p>
            <a:r>
              <a:rPr lang="en-US" sz="9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Few-shot Examples:</a:t>
            </a:r>
          </a:p>
          <a:p>
            <a:pPr lvl="1"/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Includes 3 example </a:t>
            </a:r>
            <a:r>
              <a:rPr lang="en-US" sz="8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verbatims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with expected structured outputs</a:t>
            </a:r>
          </a:p>
          <a:p>
            <a:pPr lvl="1"/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Helps the model learn the format and improve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160692" y="2545730"/>
            <a:ext cx="1634546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/>
            <a:r>
              <a:rPr lang="en-US" sz="10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rPr>
              <a:t>🔧 </a:t>
            </a:r>
            <a:r>
              <a:rPr lang="fr-FR" sz="10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Post-</a:t>
            </a:r>
            <a:r>
              <a:rPr lang="fr-FR" sz="10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Processing</a:t>
            </a:r>
            <a:r>
              <a:rPr lang="fr-FR" sz="10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sz="10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Steps</a:t>
            </a:r>
            <a:endParaRPr lang="fr-FR" altLang="fr-FR" sz="1000" b="1" dirty="0">
              <a:solidFill>
                <a:schemeClr val="dk2"/>
              </a:solidFill>
              <a:latin typeface="Encode Sans"/>
              <a:ea typeface="Encode Sans"/>
              <a:cs typeface="Encod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fr-FR" altLang="fr-FR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Duplicate </a:t>
            </a:r>
            <a:r>
              <a:rPr lang="fr-FR" altLang="fr-FR" sz="8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Removal</a:t>
            </a:r>
            <a:endParaRPr lang="fr-FR" altLang="fr-FR" sz="800" b="1" dirty="0" smtClean="0">
              <a:solidFill>
                <a:schemeClr val="dk2"/>
              </a:solidFill>
              <a:latin typeface="Encode Sans"/>
              <a:ea typeface="Encode Sans"/>
              <a:cs typeface="Encod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8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fr-FR" altLang="fr-FR" sz="8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Special</a:t>
            </a:r>
            <a:r>
              <a:rPr lang="fr-FR" altLang="fr-FR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8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Character</a:t>
            </a:r>
            <a:r>
              <a:rPr lang="fr-FR" altLang="fr-FR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8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Cleanup</a:t>
            </a:r>
            <a:endParaRPr lang="fr-FR" altLang="fr-FR" sz="800" b="1" dirty="0">
              <a:solidFill>
                <a:schemeClr val="dk2"/>
              </a:solidFill>
              <a:latin typeface="Encode Sans"/>
              <a:ea typeface="Encode Sans"/>
              <a:cs typeface="Encod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fr-FR" altLang="fr-FR" sz="8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Term</a:t>
            </a:r>
            <a:r>
              <a:rPr lang="fr-FR" altLang="fr-FR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8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Normalization</a:t>
            </a:r>
            <a:endParaRPr kumimoji="0" lang="fr-FR" altLang="fr-FR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fr-FR" altLang="fr-FR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POS and NER </a:t>
            </a:r>
            <a:r>
              <a:rPr lang="fr-FR" altLang="fr-FR" sz="8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Tagging</a:t>
            </a:r>
            <a:endParaRPr kumimoji="0" lang="fr-FR" altLang="fr-FR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fr-FR" altLang="fr-FR" sz="8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Topic </a:t>
            </a:r>
            <a:r>
              <a:rPr lang="fr-FR" altLang="fr-FR" sz="8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Standardization</a:t>
            </a:r>
            <a:endParaRPr kumimoji="0" lang="fr-FR" altLang="fr-FR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19125"/>
              </p:ext>
            </p:extLst>
          </p:nvPr>
        </p:nvGraphicFramePr>
        <p:xfrm>
          <a:off x="6093964" y="2849799"/>
          <a:ext cx="3011079" cy="2205133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003693">
                  <a:extLst>
                    <a:ext uri="{9D8B030D-6E8A-4147-A177-3AD203B41FA5}">
                      <a16:colId xmlns:a16="http://schemas.microsoft.com/office/drawing/2014/main" val="3996847033"/>
                    </a:ext>
                  </a:extLst>
                </a:gridCol>
                <a:gridCol w="1003693">
                  <a:extLst>
                    <a:ext uri="{9D8B030D-6E8A-4147-A177-3AD203B41FA5}">
                      <a16:colId xmlns:a16="http://schemas.microsoft.com/office/drawing/2014/main" val="780799777"/>
                    </a:ext>
                  </a:extLst>
                </a:gridCol>
                <a:gridCol w="1003693">
                  <a:extLst>
                    <a:ext uri="{9D8B030D-6E8A-4147-A177-3AD203B41FA5}">
                      <a16:colId xmlns:a16="http://schemas.microsoft.com/office/drawing/2014/main" val="1846914893"/>
                    </a:ext>
                  </a:extLst>
                </a:gridCol>
              </a:tblGrid>
              <a:tr h="128237">
                <a:tc>
                  <a:txBody>
                    <a:bodyPr/>
                    <a:lstStyle/>
                    <a:p>
                      <a:r>
                        <a:rPr lang="fr-FR" sz="500" b="1" dirty="0" smtClean="0"/>
                        <a:t>Topic </a:t>
                      </a:r>
                      <a:r>
                        <a:rPr lang="fr-FR" sz="500" b="1" dirty="0"/>
                        <a:t>Original</a:t>
                      </a:r>
                      <a:endParaRPr lang="fr-FR" sz="500" dirty="0"/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 dirty="0"/>
                        <a:t>🔧 </a:t>
                      </a:r>
                      <a:r>
                        <a:rPr lang="fr-FR" sz="500" b="1" dirty="0"/>
                        <a:t>Étapes Appliquées</a:t>
                      </a:r>
                      <a:endParaRPr lang="fr-FR" sz="500" dirty="0"/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✅ </a:t>
                      </a:r>
                      <a:r>
                        <a:rPr lang="fr-FR" sz="500" b="1"/>
                        <a:t>Topic Final Unifié</a:t>
                      </a:r>
                      <a:endParaRPr lang="fr-FR" sz="500"/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65135"/>
                  </a:ext>
                </a:extLst>
              </a:tr>
              <a:tr h="206224">
                <a:tc>
                  <a:txBody>
                    <a:bodyPr/>
                    <a:lstStyle/>
                    <a:p>
                      <a:r>
                        <a:rPr lang="fr-FR" sz="500"/>
                        <a:t>Gear shifting\irregularities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Nettoyage caractère spécial (\\), lemmatisation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irregularity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94845"/>
                  </a:ext>
                </a:extLst>
              </a:tr>
              <a:tr h="128237">
                <a:tc>
                  <a:txBody>
                    <a:bodyPr/>
                    <a:lstStyle/>
                    <a:p>
                      <a:r>
                        <a:rPr lang="fr-FR" sz="500"/>
                        <a:t>Gear shifting irregularity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Lemmatisation, normalisation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irregularity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608128"/>
                  </a:ext>
                </a:extLst>
              </a:tr>
              <a:tr h="206224">
                <a:tc>
                  <a:txBody>
                    <a:bodyPr/>
                    <a:lstStyle/>
                    <a:p>
                      <a:r>
                        <a:rPr lang="fr-FR" sz="500" dirty="0" err="1"/>
                        <a:t>Gear</a:t>
                      </a:r>
                      <a:r>
                        <a:rPr lang="fr-FR" sz="500" dirty="0"/>
                        <a:t> </a:t>
                      </a:r>
                      <a:r>
                        <a:rPr lang="fr-FR" sz="500" dirty="0" err="1"/>
                        <a:t>shifting</a:t>
                      </a:r>
                      <a:r>
                        <a:rPr lang="fr-FR" sz="500" dirty="0"/>
                        <a:t> issues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Synonym unification (issues, problems, malfunction)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020795"/>
                  </a:ext>
                </a:extLst>
              </a:tr>
              <a:tr h="170391">
                <a:tc>
                  <a:txBody>
                    <a:bodyPr/>
                    <a:lstStyle/>
                    <a:p>
                      <a:r>
                        <a:rPr lang="fr-FR" sz="500"/>
                        <a:t>Gear shifting jerk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Lemmatization, structure unifiée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jerk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56725"/>
                  </a:ext>
                </a:extLst>
              </a:tr>
              <a:tr h="190466">
                <a:tc>
                  <a:txBody>
                    <a:bodyPr/>
                    <a:lstStyle/>
                    <a:p>
                      <a:r>
                        <a:rPr lang="fr-FR" sz="500"/>
                        <a:t>Gear shifting jerks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Pluriel → singulier, synonym match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jerk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442673"/>
                  </a:ext>
                </a:extLst>
              </a:tr>
              <a:tr h="128237">
                <a:tc>
                  <a:txBody>
                    <a:bodyPr/>
                    <a:lstStyle/>
                    <a:p>
                      <a:r>
                        <a:rPr lang="fr-FR" sz="500"/>
                        <a:t>Gear shifting jolt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Structure standardisée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jolt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720018"/>
                  </a:ext>
                </a:extLst>
              </a:tr>
              <a:tr h="128237">
                <a:tc>
                  <a:txBody>
                    <a:bodyPr/>
                    <a:lstStyle/>
                    <a:p>
                      <a:r>
                        <a:rPr lang="fr-FR" sz="500"/>
                        <a:t>Gear shifting jolts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 dirty="0" err="1"/>
                        <a:t>Lemmatization</a:t>
                      </a:r>
                      <a:endParaRPr lang="fr-FR" sz="500" dirty="0"/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jolt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50982"/>
                  </a:ext>
                </a:extLst>
              </a:tr>
              <a:tr h="170391">
                <a:tc>
                  <a:txBody>
                    <a:bodyPr/>
                    <a:lstStyle/>
                    <a:p>
                      <a:r>
                        <a:rPr lang="fr-FR" sz="500"/>
                        <a:t>Gear shifting lurch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Ajout de sous-type standardisé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lurch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44857"/>
                  </a:ext>
                </a:extLst>
              </a:tr>
              <a:tr h="206224">
                <a:tc>
                  <a:txBody>
                    <a:bodyPr/>
                    <a:lstStyle/>
                    <a:p>
                      <a:r>
                        <a:rPr lang="fr-FR" sz="500"/>
                        <a:t>Gear shifting malfunction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Synonym standardisation (malfunction → issue)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936672"/>
                  </a:ext>
                </a:extLst>
              </a:tr>
              <a:tr h="170391">
                <a:tc>
                  <a:txBody>
                    <a:bodyPr/>
                    <a:lstStyle/>
                    <a:p>
                      <a:r>
                        <a:rPr lang="fr-FR" sz="500"/>
                        <a:t>Gear shifting malfunctions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Pluriel → singulier, lemmatisation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39311"/>
                  </a:ext>
                </a:extLst>
              </a:tr>
              <a:tr h="170391">
                <a:tc>
                  <a:txBody>
                    <a:bodyPr/>
                    <a:lstStyle/>
                    <a:p>
                      <a:r>
                        <a:rPr lang="fr-FR" sz="500"/>
                        <a:t>Gear shifting noises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Lemmatization, précision ajoutée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Gear shifting noise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41504"/>
                  </a:ext>
                </a:extLst>
              </a:tr>
              <a:tr h="128237">
                <a:tc>
                  <a:txBody>
                    <a:bodyPr/>
                    <a:lstStyle/>
                    <a:p>
                      <a:r>
                        <a:rPr lang="fr-FR" sz="500"/>
                        <a:t>Gear shifting problems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/>
                        <a:t>Synonym match avec "issues"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500" dirty="0" err="1"/>
                        <a:t>Gear</a:t>
                      </a:r>
                      <a:r>
                        <a:rPr lang="fr-FR" sz="500" dirty="0"/>
                        <a:t> </a:t>
                      </a:r>
                      <a:r>
                        <a:rPr lang="fr-FR" sz="500" dirty="0" err="1"/>
                        <a:t>shifting</a:t>
                      </a:r>
                      <a:r>
                        <a:rPr lang="fr-FR" sz="500" dirty="0"/>
                        <a:t> issue</a:t>
                      </a:r>
                    </a:p>
                  </a:txBody>
                  <a:tcPr marL="49097" marR="49097" marT="24549" marB="245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62916"/>
                  </a:ext>
                </a:extLst>
              </a:tr>
            </a:tbl>
          </a:graphicData>
        </a:graphic>
      </p:graphicFrame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90EE23D3-C092-D356-5239-717985614BC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795238" y="3115117"/>
            <a:ext cx="294412" cy="2733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" grpId="0" animBg="1"/>
      <p:bldP spid="32" grpId="0"/>
      <p:bldP spid="33" grpId="0" animBg="1"/>
      <p:bldP spid="34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5" grpId="0" animBg="1"/>
      <p:bldP spid="47" grpId="0" animBg="1"/>
      <p:bldP spid="48" grpId="0" animBg="1"/>
      <p:bldP spid="49" grpId="0"/>
      <p:bldP spid="52" grpId="0"/>
      <p:bldP spid="55" grpId="0" animBg="1"/>
      <p:bldP spid="56" grpId="0" animBg="1"/>
      <p:bldP spid="57" grpId="0" animBg="1"/>
      <p:bldP spid="58" grpId="0" animBg="1"/>
      <p:bldP spid="66" grpId="0" animBg="1"/>
      <p:bldP spid="74" grpId="0" animBg="1"/>
      <p:bldP spid="75" grpId="0" animBg="1"/>
      <p:bldP spid="76" grpId="0" animBg="1"/>
      <p:bldP spid="77" grpId="0" animBg="1"/>
      <p:bldP spid="82" grpId="0" animBg="1"/>
      <p:bldP spid="84" grpId="0" animBg="1"/>
      <p:bldP spid="85" grpId="0" animBg="1"/>
      <p:bldP spid="86" grpId="0" animBg="1"/>
      <p:bldP spid="89" grpId="0"/>
      <p:bldP spid="90" grpId="0"/>
      <p:bldP spid="92" grpId="0" animBg="1"/>
      <p:bldP spid="93" grpId="0" animBg="1"/>
      <p:bldP spid="94" grpId="0" animBg="1"/>
      <p:bldP spid="95" grpId="0"/>
      <p:bldP spid="99" grpId="0" animBg="1"/>
      <p:bldP spid="102" grpId="0" animBg="1"/>
      <p:bldP spid="2" grpId="0"/>
      <p:bldP spid="4" grpId="0" animBg="1"/>
      <p:bldP spid="8" grpId="0"/>
      <p:bldP spid="7" grpId="0" animBg="1"/>
      <p:bldP spid="9" grpId="0" animBg="1"/>
      <p:bldP spid="108" grpId="0" animBg="1"/>
      <p:bldP spid="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Freeform 3">
            <a:extLst>
              <a:ext uri="{FF2B5EF4-FFF2-40B4-BE49-F238E27FC236}">
                <a16:creationId xmlns:a16="http://schemas.microsoft.com/office/drawing/2014/main" id="{256B5DF1-4B99-8605-2105-45B2F8B87E50}"/>
              </a:ext>
            </a:extLst>
          </p:cNvPr>
          <p:cNvSpPr/>
          <p:nvPr/>
        </p:nvSpPr>
        <p:spPr>
          <a:xfrm>
            <a:off x="3766930" y="2312022"/>
            <a:ext cx="5377070" cy="2789966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ar-SA" sz="1100"/>
          </a:p>
        </p:txBody>
      </p:sp>
      <p:sp>
        <p:nvSpPr>
          <p:cNvPr id="1079" name="Freeform 3">
            <a:extLst>
              <a:ext uri="{FF2B5EF4-FFF2-40B4-BE49-F238E27FC236}">
                <a16:creationId xmlns:a16="http://schemas.microsoft.com/office/drawing/2014/main" id="{F26DAABD-99CF-764A-B8EC-5C8BAFC64125}"/>
              </a:ext>
            </a:extLst>
          </p:cNvPr>
          <p:cNvSpPr/>
          <p:nvPr/>
        </p:nvSpPr>
        <p:spPr>
          <a:xfrm>
            <a:off x="3820346" y="2340961"/>
            <a:ext cx="5263505" cy="2729255"/>
          </a:xfrm>
          <a:custGeom>
            <a:avLst/>
            <a:gdLst/>
            <a:ahLst/>
            <a:cxnLst/>
            <a:rect l="l" t="t" r="r" b="b"/>
            <a:pathLst>
              <a:path w="1336156" h="1397727">
                <a:moveTo>
                  <a:pt x="25943" y="0"/>
                </a:moveTo>
                <a:lnTo>
                  <a:pt x="1310214" y="0"/>
                </a:lnTo>
                <a:cubicBezTo>
                  <a:pt x="1324541" y="0"/>
                  <a:pt x="1336156" y="11615"/>
                  <a:pt x="1336156" y="25943"/>
                </a:cubicBezTo>
                <a:lnTo>
                  <a:pt x="1336156" y="1371785"/>
                </a:lnTo>
                <a:cubicBezTo>
                  <a:pt x="1336156" y="1386113"/>
                  <a:pt x="1324541" y="1397727"/>
                  <a:pt x="1310214" y="1397727"/>
                </a:cubicBezTo>
                <a:lnTo>
                  <a:pt x="25943" y="1397727"/>
                </a:lnTo>
                <a:cubicBezTo>
                  <a:pt x="11615" y="1397727"/>
                  <a:pt x="0" y="1386113"/>
                  <a:pt x="0" y="1371785"/>
                </a:cubicBezTo>
                <a:lnTo>
                  <a:pt x="0" y="25943"/>
                </a:lnTo>
                <a:cubicBezTo>
                  <a:pt x="0" y="11615"/>
                  <a:pt x="11615" y="0"/>
                  <a:pt x="25943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50800" dir="5400000" algn="ctr" rotWithShape="0">
              <a:schemeClr val="accent3">
                <a:lumMod val="20000"/>
                <a:lumOff val="80000"/>
              </a:schemeClr>
            </a:outerShdw>
          </a:effectLst>
        </p:spPr>
        <p:txBody>
          <a:bodyPr/>
          <a:lstStyle/>
          <a:p>
            <a:endParaRPr lang="ar-SA" sz="1100"/>
          </a:p>
        </p:txBody>
      </p:sp>
      <p:sp>
        <p:nvSpPr>
          <p:cNvPr id="1035" name="Rectangle : coins arrondis 1034">
            <a:extLst>
              <a:ext uri="{FF2B5EF4-FFF2-40B4-BE49-F238E27FC236}">
                <a16:creationId xmlns:a16="http://schemas.microsoft.com/office/drawing/2014/main" id="{73A02FC5-4CEC-0F06-DE10-AF2043AB2448}"/>
              </a:ext>
            </a:extLst>
          </p:cNvPr>
          <p:cNvSpPr/>
          <p:nvPr/>
        </p:nvSpPr>
        <p:spPr>
          <a:xfrm>
            <a:off x="5593645" y="4291310"/>
            <a:ext cx="504089" cy="4435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33" name="Rectangle : coins arrondis 1032">
            <a:extLst>
              <a:ext uri="{FF2B5EF4-FFF2-40B4-BE49-F238E27FC236}">
                <a16:creationId xmlns:a16="http://schemas.microsoft.com/office/drawing/2014/main" id="{5EA627D6-E020-511D-DEA8-D1AAAB882183}"/>
              </a:ext>
            </a:extLst>
          </p:cNvPr>
          <p:cNvSpPr/>
          <p:nvPr/>
        </p:nvSpPr>
        <p:spPr>
          <a:xfrm>
            <a:off x="4956925" y="4245028"/>
            <a:ext cx="534670" cy="5118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6F24391F-A852-99E4-FBB2-532DA8D4276E}"/>
              </a:ext>
            </a:extLst>
          </p:cNvPr>
          <p:cNvSpPr txBox="1"/>
          <p:nvPr/>
        </p:nvSpPr>
        <p:spPr>
          <a:xfrm>
            <a:off x="65677" y="-6229"/>
            <a:ext cx="2204609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spc="-1" dirty="0">
                <a:solidFill>
                  <a:srgbClr val="103563"/>
                </a:solidFill>
                <a:latin typeface="+mj-lt"/>
                <a:ea typeface="DejaVu Sans"/>
              </a:rPr>
              <a:t>Global WORKFLOW </a:t>
            </a:r>
            <a:endParaRPr lang="fr-FR" sz="1200" spc="-1" dirty="0">
              <a:solidFill>
                <a:srgbClr val="103563"/>
              </a:solidFill>
              <a:latin typeface="+mj-lt"/>
              <a:ea typeface="DejaVu Sans"/>
            </a:endParaRP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138F0307-127B-B6D1-52A7-FB0318D0D0DA}"/>
              </a:ext>
            </a:extLst>
          </p:cNvPr>
          <p:cNvSpPr/>
          <p:nvPr/>
        </p:nvSpPr>
        <p:spPr>
          <a:xfrm>
            <a:off x="7875780" y="1020484"/>
            <a:ext cx="996263" cy="6109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2344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Verbatims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765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</a:t>
            </a:r>
            <a:endParaRPr lang="fr-FR" sz="7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7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fr-FR" sz="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fr-FR" sz="7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22705426-0A96-B2A1-1C4D-5197138F8637}"/>
              </a:ext>
            </a:extLst>
          </p:cNvPr>
          <p:cNvSpPr/>
          <p:nvPr/>
        </p:nvSpPr>
        <p:spPr>
          <a:xfrm>
            <a:off x="7305443" y="2607910"/>
            <a:ext cx="1637946" cy="24014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sz="700"/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8CC98321-07AD-2F2B-FCD6-3B0F350EFCE9}"/>
              </a:ext>
            </a:extLst>
          </p:cNvPr>
          <p:cNvSpPr/>
          <p:nvPr/>
        </p:nvSpPr>
        <p:spPr>
          <a:xfrm>
            <a:off x="7411754" y="2930133"/>
            <a:ext cx="1460291" cy="2763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Tokenize Cleaned Topics and Verbatims &amp; create </a:t>
            </a:r>
            <a:r>
              <a:rPr lang="en-US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 embeddings</a:t>
            </a:r>
            <a:endParaRPr lang="ar-SA" sz="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C37D50C-7637-C1FF-A564-F0918D6E960A}"/>
              </a:ext>
            </a:extLst>
          </p:cNvPr>
          <p:cNvSpPr/>
          <p:nvPr/>
        </p:nvSpPr>
        <p:spPr>
          <a:xfrm>
            <a:off x="7886692" y="1946899"/>
            <a:ext cx="284105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66D052-0F14-A1F5-19BF-4E7EAF0B312C}"/>
              </a:ext>
            </a:extLst>
          </p:cNvPr>
          <p:cNvSpPr/>
          <p:nvPr/>
        </p:nvSpPr>
        <p:spPr>
          <a:xfrm>
            <a:off x="7886958" y="2034997"/>
            <a:ext cx="283840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BE4C2D-F845-FC26-AB6E-D9E9230CA00B}"/>
              </a:ext>
            </a:extLst>
          </p:cNvPr>
          <p:cNvSpPr/>
          <p:nvPr/>
        </p:nvSpPr>
        <p:spPr>
          <a:xfrm>
            <a:off x="7885531" y="2112562"/>
            <a:ext cx="288995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2E2FC55-4B09-6CF3-004B-0507D03EDC26}"/>
              </a:ext>
            </a:extLst>
          </p:cNvPr>
          <p:cNvSpPr/>
          <p:nvPr/>
        </p:nvSpPr>
        <p:spPr>
          <a:xfrm>
            <a:off x="7885531" y="2202638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B460ED69-C162-0319-8276-645F8AC09FA2}"/>
              </a:ext>
            </a:extLst>
          </p:cNvPr>
          <p:cNvCxnSpPr>
            <a:cxnSpLocks/>
            <a:stCxn id="74" idx="3"/>
            <a:endCxn id="84" idx="1"/>
          </p:cNvCxnSpPr>
          <p:nvPr/>
        </p:nvCxnSpPr>
        <p:spPr>
          <a:xfrm>
            <a:off x="8170797" y="1964044"/>
            <a:ext cx="130701" cy="13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EA88638-1897-AD9A-252E-F3D0606A3CA4}"/>
              </a:ext>
            </a:extLst>
          </p:cNvPr>
          <p:cNvCxnSpPr>
            <a:cxnSpLocks/>
            <a:stCxn id="75" idx="3"/>
            <a:endCxn id="85" idx="1"/>
          </p:cNvCxnSpPr>
          <p:nvPr/>
        </p:nvCxnSpPr>
        <p:spPr>
          <a:xfrm>
            <a:off x="8170797" y="2052141"/>
            <a:ext cx="137179" cy="28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374908BF-F106-BE90-348F-A2B4216A992B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>
          <a:xfrm flipV="1">
            <a:off x="8174525" y="2080339"/>
            <a:ext cx="133451" cy="49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99E8E67F-1528-B24F-5C30-4DDAA1CAA6F6}"/>
              </a:ext>
            </a:extLst>
          </p:cNvPr>
          <p:cNvCxnSpPr>
            <a:cxnSpLocks/>
            <a:stCxn id="77" idx="3"/>
            <a:endCxn id="86" idx="1"/>
          </p:cNvCxnSpPr>
          <p:nvPr/>
        </p:nvCxnSpPr>
        <p:spPr>
          <a:xfrm flipV="1">
            <a:off x="8179748" y="2177403"/>
            <a:ext cx="125113" cy="42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E5475FE-28EB-9514-38F3-3BCAB9BF96A7}"/>
              </a:ext>
            </a:extLst>
          </p:cNvPr>
          <p:cNvSpPr/>
          <p:nvPr/>
        </p:nvSpPr>
        <p:spPr>
          <a:xfrm>
            <a:off x="8713777" y="1985669"/>
            <a:ext cx="284106" cy="61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E8BA91F-A05A-73F2-B0D3-3843A116FBEF}"/>
              </a:ext>
            </a:extLst>
          </p:cNvPr>
          <p:cNvSpPr/>
          <p:nvPr/>
        </p:nvSpPr>
        <p:spPr>
          <a:xfrm>
            <a:off x="8301498" y="1951762"/>
            <a:ext cx="297464" cy="51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9CD8EA-00A8-9221-5DE2-B87A760783D7}"/>
              </a:ext>
            </a:extLst>
          </p:cNvPr>
          <p:cNvSpPr/>
          <p:nvPr/>
        </p:nvSpPr>
        <p:spPr>
          <a:xfrm>
            <a:off x="8307976" y="2053753"/>
            <a:ext cx="297464" cy="53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53F7F8-9A02-8DD0-026C-A8A4AAAC62C1}"/>
              </a:ext>
            </a:extLst>
          </p:cNvPr>
          <p:cNvSpPr/>
          <p:nvPr/>
        </p:nvSpPr>
        <p:spPr>
          <a:xfrm>
            <a:off x="8304860" y="2150817"/>
            <a:ext cx="297464" cy="53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A80DA8DF-B3A0-EE50-DF66-362480C80841}"/>
              </a:ext>
            </a:extLst>
          </p:cNvPr>
          <p:cNvCxnSpPr>
            <a:cxnSpLocks/>
          </p:cNvCxnSpPr>
          <p:nvPr/>
        </p:nvCxnSpPr>
        <p:spPr>
          <a:xfrm>
            <a:off x="8598220" y="1969333"/>
            <a:ext cx="102941" cy="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7DFCAB44-3CCD-C72F-4B8D-CD0C85EACCBA}"/>
              </a:ext>
            </a:extLst>
          </p:cNvPr>
          <p:cNvCxnSpPr>
            <a:cxnSpLocks/>
          </p:cNvCxnSpPr>
          <p:nvPr/>
        </p:nvCxnSpPr>
        <p:spPr>
          <a:xfrm flipV="1">
            <a:off x="8596971" y="2009021"/>
            <a:ext cx="104191" cy="17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F7748963-6987-2FAF-42F1-433646B2F7DA}"/>
              </a:ext>
            </a:extLst>
          </p:cNvPr>
          <p:cNvSpPr txBox="1"/>
          <p:nvPr/>
        </p:nvSpPr>
        <p:spPr>
          <a:xfrm>
            <a:off x="7762437" y="1677075"/>
            <a:ext cx="68742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</a:t>
            </a:r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Topics 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0283945E-F56A-2AA7-3CA8-74471E210DCB}"/>
              </a:ext>
            </a:extLst>
          </p:cNvPr>
          <p:cNvSpPr txBox="1"/>
          <p:nvPr/>
        </p:nvSpPr>
        <p:spPr>
          <a:xfrm>
            <a:off x="8266286" y="1765026"/>
            <a:ext cx="677102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</a:t>
            </a:r>
            <a:r>
              <a:rPr lang="fr-FR" sz="700" b="1" err="1"/>
              <a:t>ry</a:t>
            </a:r>
            <a:endParaRPr lang="ar-SA" sz="700" b="1"/>
          </a:p>
        </p:txBody>
      </p: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B346F172-A630-9B4B-A266-2B4B73DE8EF3}"/>
              </a:ext>
            </a:extLst>
          </p:cNvPr>
          <p:cNvCxnSpPr>
            <a:cxnSpLocks/>
          </p:cNvCxnSpPr>
          <p:nvPr/>
        </p:nvCxnSpPr>
        <p:spPr>
          <a:xfrm>
            <a:off x="8600221" y="2106585"/>
            <a:ext cx="100940" cy="43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5E71213-5849-4BB9-C05F-B6BF649C8EF8}"/>
              </a:ext>
            </a:extLst>
          </p:cNvPr>
          <p:cNvSpPr/>
          <p:nvPr/>
        </p:nvSpPr>
        <p:spPr>
          <a:xfrm>
            <a:off x="7514247" y="2034223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AD2AA8C-613C-C668-43A1-914644BE8C56}"/>
              </a:ext>
            </a:extLst>
          </p:cNvPr>
          <p:cNvSpPr/>
          <p:nvPr/>
        </p:nvSpPr>
        <p:spPr>
          <a:xfrm>
            <a:off x="7525784" y="2197421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6A972A4-8CC2-9C48-B25B-BF2A4C398A11}"/>
              </a:ext>
            </a:extLst>
          </p:cNvPr>
          <p:cNvSpPr/>
          <p:nvPr/>
        </p:nvSpPr>
        <p:spPr>
          <a:xfrm>
            <a:off x="7514247" y="2112562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1B107D77-EC22-34EF-2C1E-D6738ECBCD53}"/>
              </a:ext>
            </a:extLst>
          </p:cNvPr>
          <p:cNvSpPr txBox="1"/>
          <p:nvPr/>
        </p:nvSpPr>
        <p:spPr>
          <a:xfrm>
            <a:off x="7318690" y="1780869"/>
            <a:ext cx="710054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</a:t>
            </a:r>
            <a:endParaRPr lang="ar-SA" sz="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2820CA51-58AB-75A9-7A97-C1491329FA3D}"/>
              </a:ext>
            </a:extLst>
          </p:cNvPr>
          <p:cNvCxnSpPr>
            <a:cxnSpLocks/>
          </p:cNvCxnSpPr>
          <p:nvPr/>
        </p:nvCxnSpPr>
        <p:spPr>
          <a:xfrm>
            <a:off x="8285097" y="2078344"/>
            <a:ext cx="130701" cy="13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B8391F1-46BD-AB36-E7ED-C0C0267B8749}"/>
              </a:ext>
            </a:extLst>
          </p:cNvPr>
          <p:cNvCxnSpPr>
            <a:cxnSpLocks/>
          </p:cNvCxnSpPr>
          <p:nvPr/>
        </p:nvCxnSpPr>
        <p:spPr>
          <a:xfrm>
            <a:off x="7794868" y="2129706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E58A4976-0676-C2B7-D81A-6BF4B562531C}"/>
              </a:ext>
            </a:extLst>
          </p:cNvPr>
          <p:cNvCxnSpPr>
            <a:cxnSpLocks/>
          </p:cNvCxnSpPr>
          <p:nvPr/>
        </p:nvCxnSpPr>
        <p:spPr>
          <a:xfrm>
            <a:off x="7765968" y="2223017"/>
            <a:ext cx="111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EB38C736-1DC9-3145-1ABB-F2472DF93EC1}"/>
              </a:ext>
            </a:extLst>
          </p:cNvPr>
          <p:cNvSpPr/>
          <p:nvPr/>
        </p:nvSpPr>
        <p:spPr>
          <a:xfrm>
            <a:off x="7516883" y="1951380"/>
            <a:ext cx="294217" cy="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D97CA156-0344-C8D6-079E-2E41E1BD7CBD}"/>
              </a:ext>
            </a:extLst>
          </p:cNvPr>
          <p:cNvCxnSpPr>
            <a:cxnSpLocks/>
          </p:cNvCxnSpPr>
          <p:nvPr/>
        </p:nvCxnSpPr>
        <p:spPr>
          <a:xfrm>
            <a:off x="7817083" y="2051366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183D6E7C-41A6-6306-5A73-0539C68B6B06}"/>
              </a:ext>
            </a:extLst>
          </p:cNvPr>
          <p:cNvCxnSpPr>
            <a:cxnSpLocks/>
          </p:cNvCxnSpPr>
          <p:nvPr/>
        </p:nvCxnSpPr>
        <p:spPr>
          <a:xfrm>
            <a:off x="7808597" y="1969333"/>
            <a:ext cx="82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1F08FD8-E96A-057D-4A42-61903EB06CEF}"/>
              </a:ext>
            </a:extLst>
          </p:cNvPr>
          <p:cNvSpPr/>
          <p:nvPr/>
        </p:nvSpPr>
        <p:spPr>
          <a:xfrm>
            <a:off x="8721299" y="2129657"/>
            <a:ext cx="284106" cy="619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700"/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AE1F83A-17ED-85A7-7D03-1EE720BE17C7}"/>
              </a:ext>
            </a:extLst>
          </p:cNvPr>
          <p:cNvSpPr txBox="1"/>
          <p:nvPr/>
        </p:nvSpPr>
        <p:spPr>
          <a:xfrm>
            <a:off x="8738822" y="1764627"/>
            <a:ext cx="810357" cy="2000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</a:t>
            </a:r>
            <a:endParaRPr lang="ar-SA" sz="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6CCC93B9-DB0D-C233-4863-826707ECC89B}"/>
              </a:ext>
            </a:extLst>
          </p:cNvPr>
          <p:cNvCxnSpPr>
            <a:cxnSpLocks/>
            <a:stCxn id="93" idx="2"/>
          </p:cNvCxnSpPr>
          <p:nvPr/>
        </p:nvCxnSpPr>
        <p:spPr>
          <a:xfrm>
            <a:off x="7672893" y="2231710"/>
            <a:ext cx="355852" cy="45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E77E2983-D2CD-6424-7D03-BC501B82056B}"/>
              </a:ext>
            </a:extLst>
          </p:cNvPr>
          <p:cNvCxnSpPr>
            <a:cxnSpLocks/>
          </p:cNvCxnSpPr>
          <p:nvPr/>
        </p:nvCxnSpPr>
        <p:spPr>
          <a:xfrm flipH="1">
            <a:off x="8028744" y="2247880"/>
            <a:ext cx="14534" cy="430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0202F06A-2145-A48B-742B-EA03F86B3537}"/>
              </a:ext>
            </a:extLst>
          </p:cNvPr>
          <p:cNvCxnSpPr>
            <a:cxnSpLocks/>
          </p:cNvCxnSpPr>
          <p:nvPr/>
        </p:nvCxnSpPr>
        <p:spPr>
          <a:xfrm>
            <a:off x="8266286" y="1650223"/>
            <a:ext cx="0" cy="127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ZoneTexte 111">
            <a:extLst>
              <a:ext uri="{FF2B5EF4-FFF2-40B4-BE49-F238E27FC236}">
                <a16:creationId xmlns:a16="http://schemas.microsoft.com/office/drawing/2014/main" id="{370F42D3-AC46-B2EB-B596-EAFB5B69F2A6}"/>
              </a:ext>
            </a:extLst>
          </p:cNvPr>
          <p:cNvSpPr txBox="1"/>
          <p:nvPr/>
        </p:nvSpPr>
        <p:spPr>
          <a:xfrm>
            <a:off x="8028745" y="2976419"/>
            <a:ext cx="184731" cy="2616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SA" sz="1100"/>
          </a:p>
        </p:txBody>
      </p:sp>
      <p:cxnSp>
        <p:nvCxnSpPr>
          <p:cNvPr id="113" name="Connecteur droit avec flèche 112">
            <a:extLst>
              <a:ext uri="{FF2B5EF4-FFF2-40B4-BE49-F238E27FC236}">
                <a16:creationId xmlns:a16="http://schemas.microsoft.com/office/drawing/2014/main" id="{0B2D9565-9859-6A3A-04D1-8DD27AED2A28}"/>
              </a:ext>
            </a:extLst>
          </p:cNvPr>
          <p:cNvCxnSpPr>
            <a:cxnSpLocks/>
          </p:cNvCxnSpPr>
          <p:nvPr/>
        </p:nvCxnSpPr>
        <p:spPr>
          <a:xfrm>
            <a:off x="8108654" y="3212572"/>
            <a:ext cx="0" cy="137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73E23206-883F-6D05-907C-EC71A867943E}"/>
              </a:ext>
            </a:extLst>
          </p:cNvPr>
          <p:cNvSpPr/>
          <p:nvPr/>
        </p:nvSpPr>
        <p:spPr>
          <a:xfrm>
            <a:off x="7411733" y="3345476"/>
            <a:ext cx="1479245" cy="2974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similarity scores using cosine similarity</a:t>
            </a:r>
            <a:endParaRPr lang="ar-SA" sz="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45654F30-808C-24C0-10BF-072E01209197}"/>
              </a:ext>
            </a:extLst>
          </p:cNvPr>
          <p:cNvSpPr/>
          <p:nvPr/>
        </p:nvSpPr>
        <p:spPr>
          <a:xfrm>
            <a:off x="7407495" y="4378687"/>
            <a:ext cx="1448335" cy="21236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optimal threshold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(Mean + 2 * Std Dev)</a:t>
            </a:r>
            <a:endParaRPr lang="ar-SA" sz="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46605462-4862-7197-2BE6-0418A3D194C3}"/>
              </a:ext>
            </a:extLst>
          </p:cNvPr>
          <p:cNvCxnSpPr>
            <a:cxnSpLocks/>
          </p:cNvCxnSpPr>
          <p:nvPr/>
        </p:nvCxnSpPr>
        <p:spPr>
          <a:xfrm>
            <a:off x="8108654" y="3680460"/>
            <a:ext cx="0" cy="250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 : coins arrondis 127">
            <a:extLst>
              <a:ext uri="{FF2B5EF4-FFF2-40B4-BE49-F238E27FC236}">
                <a16:creationId xmlns:a16="http://schemas.microsoft.com/office/drawing/2014/main" id="{B3CCE5D2-77AF-ECA9-D00E-FAC9FAC8038A}"/>
              </a:ext>
            </a:extLst>
          </p:cNvPr>
          <p:cNvSpPr/>
          <p:nvPr/>
        </p:nvSpPr>
        <p:spPr>
          <a:xfrm>
            <a:off x="7414157" y="3946643"/>
            <a:ext cx="1441671" cy="2793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700"/>
              <a:t> </a:t>
            </a:r>
            <a:endParaRPr lang="fr-FR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14708A5F-983B-28C4-2E71-97AFDB580196}"/>
              </a:ext>
            </a:extLst>
          </p:cNvPr>
          <p:cNvSpPr txBox="1"/>
          <p:nvPr/>
        </p:nvSpPr>
        <p:spPr>
          <a:xfrm>
            <a:off x="7514247" y="3623950"/>
            <a:ext cx="529031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5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</a:t>
            </a:r>
            <a:r>
              <a:rPr lang="fr-FR" sz="5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500" b="1" i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thresholds</a:t>
            </a:r>
            <a:endParaRPr lang="fr-FR" sz="500" b="1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5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[0.3,..0.9</a:t>
            </a:r>
            <a:r>
              <a:rPr lang="fr-FR" sz="500"/>
              <a:t>]</a:t>
            </a:r>
            <a:endParaRPr lang="ar-SA" sz="500"/>
          </a:p>
        </p:txBody>
      </p: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18FD3A4E-FE94-8AC7-5632-136734D97466}"/>
              </a:ext>
            </a:extLst>
          </p:cNvPr>
          <p:cNvCxnSpPr>
            <a:cxnSpLocks/>
            <a:endCxn id="1311" idx="0"/>
          </p:cNvCxnSpPr>
          <p:nvPr/>
        </p:nvCxnSpPr>
        <p:spPr>
          <a:xfrm>
            <a:off x="8106148" y="4610100"/>
            <a:ext cx="5957" cy="16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2">
            <a:extLst>
              <a:ext uri="{FF2B5EF4-FFF2-40B4-BE49-F238E27FC236}">
                <a16:creationId xmlns:a16="http://schemas.microsoft.com/office/drawing/2014/main" id="{6B0FF848-55AD-AA3E-949D-B51D14C3A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85" y="2687988"/>
            <a:ext cx="201017" cy="284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ar-SA" altLang="ar-SA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E613299B-F8F7-1375-F6AB-4C7A8E67CF18}"/>
              </a:ext>
            </a:extLst>
          </p:cNvPr>
          <p:cNvSpPr txBox="1"/>
          <p:nvPr/>
        </p:nvSpPr>
        <p:spPr>
          <a:xfrm>
            <a:off x="7449649" y="3907804"/>
            <a:ext cx="12891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Clacul</a:t>
            </a:r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</a:t>
            </a:r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</a:t>
            </a:r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Mean,STD,Count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algn="ctr"/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thresholds</a:t>
            </a:r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A6A82B1A-BBAF-76CE-CA5C-8C9829A303EF}"/>
              </a:ext>
            </a:extLst>
          </p:cNvPr>
          <p:cNvSpPr txBox="1"/>
          <p:nvPr/>
        </p:nvSpPr>
        <p:spPr>
          <a:xfrm>
            <a:off x="7476608" y="2619095"/>
            <a:ext cx="1499001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Similarity-Based Matching (Roberta Embedding &amp; Similarity Calculation</a:t>
            </a:r>
            <a:r>
              <a:rPr lang="en-US" sz="600" dirty="0"/>
              <a:t>)</a:t>
            </a:r>
            <a:endParaRPr lang="ar-SA" sz="600" dirty="0"/>
          </a:p>
        </p:txBody>
      </p:sp>
      <p:sp>
        <p:nvSpPr>
          <p:cNvPr id="160" name="Rectangle : coins arrondis 159">
            <a:extLst>
              <a:ext uri="{FF2B5EF4-FFF2-40B4-BE49-F238E27FC236}">
                <a16:creationId xmlns:a16="http://schemas.microsoft.com/office/drawing/2014/main" id="{6AA8F977-A26F-B09A-3E68-F6C037808DC5}"/>
              </a:ext>
            </a:extLst>
          </p:cNvPr>
          <p:cNvSpPr/>
          <p:nvPr/>
        </p:nvSpPr>
        <p:spPr>
          <a:xfrm>
            <a:off x="3859749" y="2473332"/>
            <a:ext cx="2292574" cy="25658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sz="700"/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1383D59F-E418-816D-70CA-D0A0B932D6A9}"/>
              </a:ext>
            </a:extLst>
          </p:cNvPr>
          <p:cNvSpPr txBox="1"/>
          <p:nvPr/>
        </p:nvSpPr>
        <p:spPr>
          <a:xfrm>
            <a:off x="3304661" y="2469381"/>
            <a:ext cx="2222149" cy="21544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700" b="1" dirty="0"/>
              <a:t>                                                </a:t>
            </a:r>
            <a:r>
              <a:rPr lang="fr-FR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</a:t>
            </a:r>
            <a:r>
              <a:rPr lang="fr-FR" sz="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fr-FR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Rectangle : coins arrondis 168">
            <a:extLst>
              <a:ext uri="{FF2B5EF4-FFF2-40B4-BE49-F238E27FC236}">
                <a16:creationId xmlns:a16="http://schemas.microsoft.com/office/drawing/2014/main" id="{6693FE32-C1F0-2B24-57EE-59841FD84823}"/>
              </a:ext>
            </a:extLst>
          </p:cNvPr>
          <p:cNvSpPr/>
          <p:nvPr/>
        </p:nvSpPr>
        <p:spPr>
          <a:xfrm>
            <a:off x="3877392" y="3169742"/>
            <a:ext cx="2227618" cy="93504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endParaRPr lang="ar-SA" sz="700"/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1B327428-3750-87DC-B312-5CEE49D6296F}"/>
              </a:ext>
            </a:extLst>
          </p:cNvPr>
          <p:cNvSpPr txBox="1"/>
          <p:nvPr/>
        </p:nvSpPr>
        <p:spPr>
          <a:xfrm>
            <a:off x="3533500" y="2720517"/>
            <a:ext cx="2100791" cy="1846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LLM-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sz="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</a:t>
            </a:r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3) </a:t>
            </a:r>
            <a:endParaRPr lang="ar-SA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7" name="Connecteur droit avec flèche 186">
            <a:extLst>
              <a:ext uri="{FF2B5EF4-FFF2-40B4-BE49-F238E27FC236}">
                <a16:creationId xmlns:a16="http://schemas.microsoft.com/office/drawing/2014/main" id="{39201804-66B2-D4B3-ABB5-1C744944F2FD}"/>
              </a:ext>
            </a:extLst>
          </p:cNvPr>
          <p:cNvCxnSpPr>
            <a:cxnSpLocks/>
          </p:cNvCxnSpPr>
          <p:nvPr/>
        </p:nvCxnSpPr>
        <p:spPr>
          <a:xfrm flipH="1">
            <a:off x="3297248" y="3705588"/>
            <a:ext cx="4892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necteur droit avec flèche 1035">
            <a:extLst>
              <a:ext uri="{FF2B5EF4-FFF2-40B4-BE49-F238E27FC236}">
                <a16:creationId xmlns:a16="http://schemas.microsoft.com/office/drawing/2014/main" id="{1731B4E1-FCA3-08A9-BD55-3372A5C71FA6}"/>
              </a:ext>
            </a:extLst>
          </p:cNvPr>
          <p:cNvCxnSpPr>
            <a:cxnSpLocks/>
          </p:cNvCxnSpPr>
          <p:nvPr/>
        </p:nvCxnSpPr>
        <p:spPr>
          <a:xfrm>
            <a:off x="5310638" y="3536163"/>
            <a:ext cx="134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necteur droit avec flèche 1043">
            <a:extLst>
              <a:ext uri="{FF2B5EF4-FFF2-40B4-BE49-F238E27FC236}">
                <a16:creationId xmlns:a16="http://schemas.microsoft.com/office/drawing/2014/main" id="{620308EC-BDE1-BB99-3BBF-BA9FA692CB8B}"/>
              </a:ext>
            </a:extLst>
          </p:cNvPr>
          <p:cNvCxnSpPr>
            <a:cxnSpLocks/>
          </p:cNvCxnSpPr>
          <p:nvPr/>
        </p:nvCxnSpPr>
        <p:spPr>
          <a:xfrm>
            <a:off x="4415735" y="3531246"/>
            <a:ext cx="182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 : coins arrondis 1045">
            <a:extLst>
              <a:ext uri="{FF2B5EF4-FFF2-40B4-BE49-F238E27FC236}">
                <a16:creationId xmlns:a16="http://schemas.microsoft.com/office/drawing/2014/main" id="{55AC32F7-56C6-01F9-4838-320530A8A026}"/>
              </a:ext>
            </a:extLst>
          </p:cNvPr>
          <p:cNvSpPr/>
          <p:nvPr/>
        </p:nvSpPr>
        <p:spPr>
          <a:xfrm>
            <a:off x="4590686" y="3321369"/>
            <a:ext cx="748448" cy="5118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32" name="Rectangle : coins arrondis 1031">
            <a:extLst>
              <a:ext uri="{FF2B5EF4-FFF2-40B4-BE49-F238E27FC236}">
                <a16:creationId xmlns:a16="http://schemas.microsoft.com/office/drawing/2014/main" id="{67B3A41E-A1CE-6BE5-A5CC-8A87660FD0E2}"/>
              </a:ext>
            </a:extLst>
          </p:cNvPr>
          <p:cNvSpPr/>
          <p:nvPr/>
        </p:nvSpPr>
        <p:spPr>
          <a:xfrm>
            <a:off x="4712864" y="3572063"/>
            <a:ext cx="504089" cy="1841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r-FR" sz="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lLama3</a:t>
            </a:r>
            <a:endParaRPr lang="ar-SA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7" name="Rectangle : coins arrondis 1046">
            <a:extLst>
              <a:ext uri="{FF2B5EF4-FFF2-40B4-BE49-F238E27FC236}">
                <a16:creationId xmlns:a16="http://schemas.microsoft.com/office/drawing/2014/main" id="{2EBC30A2-EC98-E8F3-779F-8D9B2E5EE99F}"/>
              </a:ext>
            </a:extLst>
          </p:cNvPr>
          <p:cNvSpPr/>
          <p:nvPr/>
        </p:nvSpPr>
        <p:spPr>
          <a:xfrm>
            <a:off x="4619181" y="3345476"/>
            <a:ext cx="691457" cy="1399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51" name="ZoneTexte 1050">
            <a:extLst>
              <a:ext uri="{FF2B5EF4-FFF2-40B4-BE49-F238E27FC236}">
                <a16:creationId xmlns:a16="http://schemas.microsoft.com/office/drawing/2014/main" id="{3641C892-7929-672B-4CE4-640A90AE56F8}"/>
              </a:ext>
            </a:extLst>
          </p:cNvPr>
          <p:cNvSpPr txBox="1"/>
          <p:nvPr/>
        </p:nvSpPr>
        <p:spPr>
          <a:xfrm>
            <a:off x="4581984" y="3317158"/>
            <a:ext cx="964267" cy="1846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endParaRPr lang="ar-SA" sz="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7" name="Rectangle : coins arrondis 1056">
            <a:extLst>
              <a:ext uri="{FF2B5EF4-FFF2-40B4-BE49-F238E27FC236}">
                <a16:creationId xmlns:a16="http://schemas.microsoft.com/office/drawing/2014/main" id="{DBA07A4C-5E23-7571-65EA-6504EEEB5243}"/>
              </a:ext>
            </a:extLst>
          </p:cNvPr>
          <p:cNvSpPr/>
          <p:nvPr/>
        </p:nvSpPr>
        <p:spPr>
          <a:xfrm>
            <a:off x="5449967" y="3356479"/>
            <a:ext cx="628650" cy="39532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100"/>
          </a:p>
        </p:txBody>
      </p:sp>
      <p:sp>
        <p:nvSpPr>
          <p:cNvPr id="1056" name="ZoneTexte 1055">
            <a:extLst>
              <a:ext uri="{FF2B5EF4-FFF2-40B4-BE49-F238E27FC236}">
                <a16:creationId xmlns:a16="http://schemas.microsoft.com/office/drawing/2014/main" id="{C81ECE52-8B43-A22E-2094-7741DF5A790C}"/>
              </a:ext>
            </a:extLst>
          </p:cNvPr>
          <p:cNvSpPr txBox="1"/>
          <p:nvPr/>
        </p:nvSpPr>
        <p:spPr>
          <a:xfrm>
            <a:off x="5392550" y="3376936"/>
            <a:ext cx="710993" cy="3231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Ouputs</a:t>
            </a:r>
            <a:r>
              <a:rPr lang="fr-FR" sz="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Best Topic</a:t>
            </a:r>
          </a:p>
          <a:p>
            <a:pPr algn="ctr"/>
            <a:r>
              <a:rPr lang="fr-FR" sz="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</a:t>
            </a:r>
            <a:r>
              <a:rPr lang="fr-FR" sz="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Best </a:t>
            </a:r>
            <a:r>
              <a:rPr lang="fr-FR" sz="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lang="fr-FR" sz="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2" name="ZoneTexte 1081">
            <a:extLst>
              <a:ext uri="{FF2B5EF4-FFF2-40B4-BE49-F238E27FC236}">
                <a16:creationId xmlns:a16="http://schemas.microsoft.com/office/drawing/2014/main" id="{2FCFEBE5-6DD9-ECFF-EB66-CAECECE9F0C4}"/>
              </a:ext>
            </a:extLst>
          </p:cNvPr>
          <p:cNvSpPr txBox="1"/>
          <p:nvPr/>
        </p:nvSpPr>
        <p:spPr>
          <a:xfrm>
            <a:off x="5491594" y="2314740"/>
            <a:ext cx="60378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Matching </a:t>
            </a:r>
            <a:r>
              <a:rPr lang="en-US" sz="800" b="1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 </a:t>
            </a:r>
            <a:r>
              <a:rPr lang="en-US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(BERT Similarity + Llama LLM)</a:t>
            </a:r>
            <a:endParaRPr lang="ar-SA" sz="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7" name="ZoneTexte 1106">
            <a:extLst>
              <a:ext uri="{FF2B5EF4-FFF2-40B4-BE49-F238E27FC236}">
                <a16:creationId xmlns:a16="http://schemas.microsoft.com/office/drawing/2014/main" id="{5088712A-0C87-D27F-E8C6-71E90409F65F}"/>
              </a:ext>
            </a:extLst>
          </p:cNvPr>
          <p:cNvSpPr txBox="1"/>
          <p:nvPr/>
        </p:nvSpPr>
        <p:spPr>
          <a:xfrm>
            <a:off x="1153583" y="3403956"/>
            <a:ext cx="90958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the best-matched topics Lists into an Excel file</a:t>
            </a:r>
            <a:r>
              <a:rPr lang="fr-FR" sz="600" b="1" dirty="0"/>
              <a:t>	</a:t>
            </a:r>
            <a:endParaRPr lang="ar-SA" sz="600" b="1" dirty="0"/>
          </a:p>
        </p:txBody>
      </p:sp>
      <p:sp>
        <p:nvSpPr>
          <p:cNvPr id="1109" name="ZoneTexte 1108">
            <a:extLst>
              <a:ext uri="{FF2B5EF4-FFF2-40B4-BE49-F238E27FC236}">
                <a16:creationId xmlns:a16="http://schemas.microsoft.com/office/drawing/2014/main" id="{AB674DCC-0916-964E-4128-F3C9554F1AFF}"/>
              </a:ext>
            </a:extLst>
          </p:cNvPr>
          <p:cNvSpPr txBox="1"/>
          <p:nvPr/>
        </p:nvSpPr>
        <p:spPr>
          <a:xfrm>
            <a:off x="173444" y="3340301"/>
            <a:ext cx="97735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Verbatims</a:t>
            </a:r>
            <a:r>
              <a:rPr lang="en-US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corresponding topics</a:t>
            </a:r>
            <a:endParaRPr lang="en-US" sz="700" b="1" dirty="0"/>
          </a:p>
        </p:txBody>
      </p:sp>
      <p:sp>
        <p:nvSpPr>
          <p:cNvPr id="1116" name="Freeform 9">
            <a:extLst>
              <a:ext uri="{FF2B5EF4-FFF2-40B4-BE49-F238E27FC236}">
                <a16:creationId xmlns:a16="http://schemas.microsoft.com/office/drawing/2014/main" id="{B184F195-6EC8-D23B-A2AF-CD69D51407F5}"/>
              </a:ext>
            </a:extLst>
          </p:cNvPr>
          <p:cNvSpPr/>
          <p:nvPr/>
        </p:nvSpPr>
        <p:spPr>
          <a:xfrm>
            <a:off x="330402" y="3680460"/>
            <a:ext cx="376563" cy="357159"/>
          </a:xfrm>
          <a:custGeom>
            <a:avLst/>
            <a:gdLst/>
            <a:ahLst/>
            <a:cxnLst/>
            <a:rect l="l" t="t" r="r" b="b"/>
            <a:pathLst>
              <a:path w="951634" h="1176177">
                <a:moveTo>
                  <a:pt x="0" y="0"/>
                </a:moveTo>
                <a:lnTo>
                  <a:pt x="951634" y="0"/>
                </a:lnTo>
                <a:lnTo>
                  <a:pt x="951634" y="1176177"/>
                </a:lnTo>
                <a:lnTo>
                  <a:pt x="0" y="1176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sp>
        <p:nvSpPr>
          <p:cNvPr id="1117" name="ZoneTexte 1116">
            <a:extLst>
              <a:ext uri="{FF2B5EF4-FFF2-40B4-BE49-F238E27FC236}">
                <a16:creationId xmlns:a16="http://schemas.microsoft.com/office/drawing/2014/main" id="{FEBADA2C-6311-025C-0E75-0AB97EA55A57}"/>
              </a:ext>
            </a:extLst>
          </p:cNvPr>
          <p:cNvSpPr txBox="1"/>
          <p:nvPr/>
        </p:nvSpPr>
        <p:spPr>
          <a:xfrm>
            <a:off x="6274508" y="1435198"/>
            <a:ext cx="611190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list of Topics</a:t>
            </a:r>
            <a:r>
              <a:rPr lang="en-US" sz="700" b="1"/>
              <a:t>	</a:t>
            </a:r>
          </a:p>
        </p:txBody>
      </p:sp>
      <p:cxnSp>
        <p:nvCxnSpPr>
          <p:cNvPr id="1256" name="Connecteur droit avec flèche 1255">
            <a:extLst>
              <a:ext uri="{FF2B5EF4-FFF2-40B4-BE49-F238E27FC236}">
                <a16:creationId xmlns:a16="http://schemas.microsoft.com/office/drawing/2014/main" id="{9130D081-8F57-AA83-B5A4-0F72A99E16BD}"/>
              </a:ext>
            </a:extLst>
          </p:cNvPr>
          <p:cNvCxnSpPr>
            <a:cxnSpLocks/>
          </p:cNvCxnSpPr>
          <p:nvPr/>
        </p:nvCxnSpPr>
        <p:spPr>
          <a:xfrm>
            <a:off x="700406" y="4909697"/>
            <a:ext cx="3011476" cy="0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59" name="Freeform 9">
            <a:extLst>
              <a:ext uri="{FF2B5EF4-FFF2-40B4-BE49-F238E27FC236}">
                <a16:creationId xmlns:a16="http://schemas.microsoft.com/office/drawing/2014/main" id="{759C2F3C-44B3-EB5E-7E97-A7A39AAE8C9C}"/>
              </a:ext>
            </a:extLst>
          </p:cNvPr>
          <p:cNvSpPr/>
          <p:nvPr/>
        </p:nvSpPr>
        <p:spPr>
          <a:xfrm>
            <a:off x="6431327" y="1696343"/>
            <a:ext cx="376563" cy="357159"/>
          </a:xfrm>
          <a:custGeom>
            <a:avLst/>
            <a:gdLst/>
            <a:ahLst/>
            <a:cxnLst/>
            <a:rect l="l" t="t" r="r" b="b"/>
            <a:pathLst>
              <a:path w="951634" h="1176177">
                <a:moveTo>
                  <a:pt x="0" y="0"/>
                </a:moveTo>
                <a:lnTo>
                  <a:pt x="951634" y="0"/>
                </a:lnTo>
                <a:lnTo>
                  <a:pt x="951634" y="1176177"/>
                </a:lnTo>
                <a:lnTo>
                  <a:pt x="0" y="1176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 sz="1100"/>
          </a:p>
        </p:txBody>
      </p:sp>
      <p:cxnSp>
        <p:nvCxnSpPr>
          <p:cNvPr id="1260" name="Connecteur droit avec flèche 1259">
            <a:extLst>
              <a:ext uri="{FF2B5EF4-FFF2-40B4-BE49-F238E27FC236}">
                <a16:creationId xmlns:a16="http://schemas.microsoft.com/office/drawing/2014/main" id="{0BAF2DBD-5856-A7EB-92B9-17D96E8DD1C9}"/>
              </a:ext>
            </a:extLst>
          </p:cNvPr>
          <p:cNvCxnSpPr>
            <a:cxnSpLocks/>
          </p:cNvCxnSpPr>
          <p:nvPr/>
        </p:nvCxnSpPr>
        <p:spPr>
          <a:xfrm>
            <a:off x="6628661" y="2078344"/>
            <a:ext cx="783093" cy="57915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284" name="Picture 9">
            <a:extLst>
              <a:ext uri="{FF2B5EF4-FFF2-40B4-BE49-F238E27FC236}">
                <a16:creationId xmlns:a16="http://schemas.microsoft.com/office/drawing/2014/main" id="{114166E7-9BB6-3CB6-CCA6-D1CFE0898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286" y="3623950"/>
            <a:ext cx="1062667" cy="392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95" name="Connecteur droit avec flèche 1294">
            <a:extLst>
              <a:ext uri="{FF2B5EF4-FFF2-40B4-BE49-F238E27FC236}">
                <a16:creationId xmlns:a16="http://schemas.microsoft.com/office/drawing/2014/main" id="{EF4F115A-061A-DB62-F161-EDA4CA313154}"/>
              </a:ext>
            </a:extLst>
          </p:cNvPr>
          <p:cNvCxnSpPr>
            <a:cxnSpLocks/>
          </p:cNvCxnSpPr>
          <p:nvPr/>
        </p:nvCxnSpPr>
        <p:spPr>
          <a:xfrm flipH="1">
            <a:off x="989793" y="3833189"/>
            <a:ext cx="11850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1" name="Picture 17">
            <a:extLst>
              <a:ext uri="{FF2B5EF4-FFF2-40B4-BE49-F238E27FC236}">
                <a16:creationId xmlns:a16="http://schemas.microsoft.com/office/drawing/2014/main" id="{28AA2F95-91B6-36E7-5C4E-4B27284F8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266" y="4770920"/>
            <a:ext cx="923677" cy="2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3" name="ZoneTexte 1312">
            <a:extLst>
              <a:ext uri="{FF2B5EF4-FFF2-40B4-BE49-F238E27FC236}">
                <a16:creationId xmlns:a16="http://schemas.microsoft.com/office/drawing/2014/main" id="{8803D099-087E-F2E1-B5E5-6874E1A98D19}"/>
              </a:ext>
            </a:extLst>
          </p:cNvPr>
          <p:cNvSpPr txBox="1"/>
          <p:nvPr/>
        </p:nvSpPr>
        <p:spPr>
          <a:xfrm>
            <a:off x="7439774" y="4589662"/>
            <a:ext cx="739974" cy="1846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r-FR" sz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Min. </a:t>
            </a:r>
            <a:r>
              <a:rPr lang="fr-FR" sz="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endParaRPr lang="ar-SA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24" name="Picture 17">
            <a:extLst>
              <a:ext uri="{FF2B5EF4-FFF2-40B4-BE49-F238E27FC236}">
                <a16:creationId xmlns:a16="http://schemas.microsoft.com/office/drawing/2014/main" id="{DE079D47-C1BD-0FF5-86CA-D9ECB908B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293" y="3472613"/>
            <a:ext cx="507095" cy="11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eur droit avec flèche 130">
            <a:extLst>
              <a:ext uri="{FF2B5EF4-FFF2-40B4-BE49-F238E27FC236}">
                <a16:creationId xmlns:a16="http://schemas.microsoft.com/office/drawing/2014/main" id="{9AD5646A-E117-FEB0-FC13-51FCB32DD768}"/>
              </a:ext>
            </a:extLst>
          </p:cNvPr>
          <p:cNvCxnSpPr>
            <a:cxnSpLocks/>
          </p:cNvCxnSpPr>
          <p:nvPr/>
        </p:nvCxnSpPr>
        <p:spPr>
          <a:xfrm>
            <a:off x="8106148" y="4245028"/>
            <a:ext cx="5957" cy="16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279">
            <a:extLst>
              <a:ext uri="{FF2B5EF4-FFF2-40B4-BE49-F238E27FC236}">
                <a16:creationId xmlns:a16="http://schemas.microsoft.com/office/drawing/2014/main" id="{70F00485-AC56-E19D-797C-642A84F53C9C}"/>
              </a:ext>
            </a:extLst>
          </p:cNvPr>
          <p:cNvSpPr txBox="1"/>
          <p:nvPr/>
        </p:nvSpPr>
        <p:spPr>
          <a:xfrm>
            <a:off x="2326022" y="3208452"/>
            <a:ext cx="851184" cy="4154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Matched</a:t>
            </a:r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Topics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LLama</a:t>
            </a:r>
            <a:r>
              <a:rPr lang="fr-FR" sz="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839036-5973-9F39-8497-5B627238491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F93E2AF-52FA-49AE-99E6-1B1ECCFCFE2D}" type="slidenum">
              <a:rPr lang="fr-FR" smtClean="0">
                <a:solidFill>
                  <a:prstClr val="white"/>
                </a:solidFill>
              </a:rPr>
              <a:pPr/>
              <a:t>12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D97534-5B35-D713-72FC-5A32B9E88FD2}"/>
              </a:ext>
            </a:extLst>
          </p:cNvPr>
          <p:cNvSpPr txBox="1"/>
          <p:nvPr/>
        </p:nvSpPr>
        <p:spPr>
          <a:xfrm>
            <a:off x="7525783" y="4807527"/>
            <a:ext cx="11753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dirty="0"/>
              <a:t>Match topics </a:t>
            </a:r>
            <a:r>
              <a:rPr lang="fr-FR" sz="600" dirty="0" err="1"/>
              <a:t>list</a:t>
            </a:r>
            <a:endParaRPr lang="fr-FR" sz="600" dirty="0"/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D5644BA8-72C5-AB4C-6E07-98443FBC3155}"/>
              </a:ext>
            </a:extLst>
          </p:cNvPr>
          <p:cNvCxnSpPr>
            <a:cxnSpLocks/>
            <a:endCxn id="160" idx="3"/>
          </p:cNvCxnSpPr>
          <p:nvPr/>
        </p:nvCxnSpPr>
        <p:spPr>
          <a:xfrm rot="10800000">
            <a:off x="6152324" y="3756236"/>
            <a:ext cx="1166367" cy="11208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54162" y="2687988"/>
            <a:ext cx="45719" cy="103657"/>
          </a:xfrm>
          <a:prstGeom prst="rect">
            <a:avLst/>
          </a:prstGeom>
          <a:noFill/>
          <a:ln w="9525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Rectangle 141"/>
          <p:cNvSpPr/>
          <p:nvPr/>
        </p:nvSpPr>
        <p:spPr>
          <a:xfrm>
            <a:off x="302742" y="278264"/>
            <a:ext cx="3288968" cy="247841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60000"/>
                <a:lumOff val="4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3597252" y="275392"/>
            <a:ext cx="2933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330402" y="308260"/>
            <a:ext cx="3220879" cy="266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0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🔁 </a:t>
            </a:r>
            <a:r>
              <a:rPr lang="fr-FR" altLang="fr-FR" sz="10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Hybrid</a:t>
            </a:r>
            <a:r>
              <a:rPr lang="fr-FR" altLang="fr-FR" sz="10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Semi-</a:t>
            </a:r>
            <a:r>
              <a:rPr lang="fr-FR" altLang="fr-FR" sz="10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Supervised</a:t>
            </a:r>
            <a:r>
              <a:rPr lang="fr-FR" altLang="fr-FR" sz="10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10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Pipeline</a:t>
            </a:r>
            <a:endParaRPr kumimoji="0" lang="fr-FR" altLang="fr-FR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sz="800" b="1" dirty="0">
              <a:solidFill>
                <a:schemeClr val="tx1"/>
              </a:solidFill>
              <a:latin typeface="Arial" panose="020B0604020202020204" pitchFamily="34" charset="0"/>
              <a:ea typeface="Encode Sans"/>
              <a:cs typeface="Encod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7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🔹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Semantic</a:t>
            </a: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Vectorization</a:t>
            </a:r>
            <a:endParaRPr lang="fr-FR" altLang="fr-FR" sz="700" b="1" dirty="0">
              <a:solidFill>
                <a:schemeClr val="dk2"/>
              </a:solidFill>
              <a:latin typeface="Encode Sans"/>
              <a:ea typeface="Encode Sans"/>
              <a:cs typeface="Encod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5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Model: </a:t>
            </a:r>
            <a:r>
              <a:rPr kumimoji="0" lang="fr-FR" altLang="fr-FR" sz="500" b="0" i="0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34" charset="-128"/>
              </a:rPr>
              <a:t>RoBERTa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via 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34" charset="-128"/>
              </a:rPr>
              <a:t>sentence-</a:t>
            </a:r>
            <a:r>
              <a:rPr kumimoji="0" lang="fr-FR" altLang="fr-FR" sz="500" b="0" i="0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34" charset="-128"/>
              </a:rPr>
              <a:t>transformers</a:t>
            </a:r>
            <a:endParaRPr kumimoji="0" lang="fr-FR" altLang="fr-FR" sz="5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500" b="1" dirty="0" err="1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Task</a:t>
            </a:r>
            <a:r>
              <a:rPr lang="fr-FR" altLang="fr-FR" sz="5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: </a:t>
            </a:r>
            <a:r>
              <a:rPr kumimoji="0" lang="fr-FR" altLang="fr-FR" sz="500" b="0" i="0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Generate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500" b="0" i="0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500" b="0" i="0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fr-FR" altLang="fr-FR" sz="500" b="0" i="0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cleaned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500" b="0" i="1" u="none" strike="noStrike" cap="none" normalizeH="0" baseline="0" dirty="0" err="1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verbatims</a:t>
            </a:r>
            <a:r>
              <a:rPr kumimoji="0" lang="fr-FR" altLang="fr-FR" sz="5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r-FR" altLang="fr-FR" sz="500" b="0" i="1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topics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5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8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📏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Similarity-Based</a:t>
            </a: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Matching</a:t>
            </a:r>
            <a:endParaRPr lang="fr-FR" altLang="fr-FR" sz="700" b="1" dirty="0">
              <a:solidFill>
                <a:schemeClr val="dk2"/>
              </a:solidFill>
              <a:latin typeface="Encode Sans"/>
              <a:ea typeface="Encode Sans"/>
              <a:cs typeface="Encod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5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Metric</a:t>
            </a:r>
            <a:r>
              <a:rPr lang="fr-FR" altLang="fr-FR" sz="6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Cosine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Similarity</a:t>
            </a:r>
            <a:endParaRPr lang="fr-FR" altLang="fr-FR" sz="500" dirty="0">
              <a:solidFill>
                <a:schemeClr val="bg2">
                  <a:lumMod val="60000"/>
                  <a:lumOff val="40000"/>
                </a:schemeClr>
              </a:solidFill>
              <a:latin typeface="Arial Unicode MS" panose="020B0604020202020204" pitchFamily="34" charset="-128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Use of the formula: </a:t>
            </a:r>
            <a:r>
              <a:rPr lang="en-US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quality_score</a:t>
            </a:r>
            <a:r>
              <a:rPr lang="en-US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=mean_similarity+2×std_similarity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fr-FR" sz="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800" b="1" dirty="0" smtClean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📏</a:t>
            </a:r>
            <a:endParaRPr lang="fr-FR" altLang="fr-FR" sz="500" dirty="0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altLang="fr-FR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476906" y="1399104"/>
            <a:ext cx="3054730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LLM-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Based</a:t>
            </a: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Refinement</a:t>
            </a:r>
            <a:endParaRPr lang="fr-FR" altLang="fr-FR" sz="700" b="1" dirty="0">
              <a:solidFill>
                <a:schemeClr val="dk2"/>
              </a:solidFill>
              <a:latin typeface="Encode Sans"/>
              <a:ea typeface="Encode Sans"/>
              <a:cs typeface="Encod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5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Model: </a:t>
            </a:r>
            <a:r>
              <a:rPr lang="fr-FR" altLang="fr-FR" sz="5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LLaMA</a:t>
            </a:r>
            <a:endParaRPr lang="fr-FR" altLang="fr-FR" sz="500" dirty="0" smtClean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5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Prompt 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Engineering (Structure):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Input: Verbatim + List </a:t>
            </a:r>
            <a:r>
              <a:rPr lang="fr-FR" altLang="fr-FR" sz="50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of </a:t>
            </a:r>
            <a:r>
              <a:rPr lang="fr-FR" altLang="fr-FR" sz="50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topics 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above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threshold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Task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: Select the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most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contextually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appropriate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topic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Output: Final topic +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explanation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of the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choice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based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on verbatim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semantics</a:t>
            </a:r>
            <a:endParaRPr lang="fr-FR" altLang="fr-FR" sz="500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308659" y="2059375"/>
            <a:ext cx="306021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🔄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Continuous</a:t>
            </a: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Improvement</a:t>
            </a: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 Loop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800" b="1" dirty="0">
                <a:solidFill>
                  <a:schemeClr val="dk2"/>
                </a:solidFill>
                <a:latin typeface="Encode Sans"/>
              </a:rPr>
              <a:t> </a:t>
            </a:r>
            <a:r>
              <a:rPr lang="fr-FR" altLang="fr-FR" sz="700" b="1" dirty="0" err="1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Tasks</a:t>
            </a:r>
            <a:r>
              <a:rPr lang="fr-FR" altLang="fr-FR" sz="700" b="1" dirty="0">
                <a:solidFill>
                  <a:schemeClr val="dk2"/>
                </a:solidFill>
                <a:latin typeface="Encode Sans"/>
                <a:ea typeface="Encode Sans"/>
                <a:cs typeface="Encode Sans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.</a:t>
            </a:r>
            <a:r>
              <a:rPr lang="fr-FR" altLang="fr-FR" sz="5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Unmatched</a:t>
            </a:r>
            <a:r>
              <a:rPr lang="fr-FR" altLang="fr-FR" sz="5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verbatims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(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below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threshold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) are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re-sent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to DBRX to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generate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new topics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.</a:t>
            </a:r>
            <a:r>
              <a:rPr lang="fr-FR" altLang="fr-FR" sz="5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The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cleaned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topic base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is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continuously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enriched</a:t>
            </a:r>
            <a:r>
              <a:rPr lang="fr-FR" altLang="fr-FR" sz="5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 and </a:t>
            </a:r>
            <a:r>
              <a:rPr lang="fr-FR" altLang="fr-FR" sz="5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Unicode MS" panose="020B0604020202020204" pitchFamily="34" charset="-128"/>
              </a:rPr>
              <a:t>updated</a:t>
            </a:r>
            <a:endParaRPr lang="fr-FR" altLang="fr-FR" sz="500" dirty="0">
              <a:solidFill>
                <a:schemeClr val="bg2">
                  <a:lumMod val="60000"/>
                  <a:lumOff val="40000"/>
                </a:schemeClr>
              </a:solidFill>
              <a:latin typeface="Arial Unicode MS" panose="020B0604020202020204" pitchFamily="34" charset="-128"/>
            </a:endParaRPr>
          </a:p>
          <a:p>
            <a:pPr marL="0" lvl="0" indent="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500" dirty="0">
              <a:solidFill>
                <a:schemeClr val="tx1"/>
              </a:solidFill>
              <a:latin typeface="Arial Unicode MS" panose="020B0604020202020204" pitchFamily="34" charset="-128"/>
            </a:endParaRPr>
          </a:p>
        </p:txBody>
      </p: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90EE23D3-C092-D356-5239-717985614BC5}"/>
              </a:ext>
            </a:extLst>
          </p:cNvPr>
          <p:cNvCxnSpPr>
            <a:cxnSpLocks/>
          </p:cNvCxnSpPr>
          <p:nvPr/>
        </p:nvCxnSpPr>
        <p:spPr>
          <a:xfrm flipH="1" flipV="1">
            <a:off x="3663095" y="1842036"/>
            <a:ext cx="247933" cy="448047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78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42" grpId="0" animBg="1"/>
      <p:bldP spid="25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 txBox="1">
            <a:spLocks noGrp="1"/>
          </p:cNvSpPr>
          <p:nvPr>
            <p:ph type="title"/>
          </p:nvPr>
        </p:nvSpPr>
        <p:spPr>
          <a:xfrm>
            <a:off x="218758" y="327256"/>
            <a:ext cx="6380162" cy="25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buFont typeface="Arial"/>
            </a:pPr>
            <a:r>
              <a:rPr lang="fr-FR" sz="1200" cap="all" err="1">
                <a:solidFill>
                  <a:schemeClr val="bg1"/>
                </a:solidFill>
                <a:latin typeface="Arial"/>
                <a:ea typeface="+mj-ea"/>
                <a:cs typeface="+mj-cs"/>
                <a:sym typeface="Arial"/>
              </a:rPr>
              <a:t>Result</a:t>
            </a:r>
            <a:endParaRPr lang="en-US" sz="1200" cap="all">
              <a:solidFill>
                <a:schemeClr val="bg1"/>
              </a:solidFill>
              <a:latin typeface="Arial"/>
              <a:ea typeface="+mj-ea"/>
              <a:cs typeface="+mj-cs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48DCB3-36D1-3D36-4883-81D5DC825E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 b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1FA7A5-4A1F-3811-DF77-E8164D2A1C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9" r="15938"/>
          <a:stretch/>
        </p:blipFill>
        <p:spPr>
          <a:xfrm>
            <a:off x="548231" y="946547"/>
            <a:ext cx="7686675" cy="32504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020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BAE8DF-16B7-1B70-A46C-D80D8D24F8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 b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A3CAC-B91E-D25E-97C8-24A487F5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pPr defTabSz="685800">
              <a:buFont typeface="Arial"/>
            </a:pPr>
            <a:r>
              <a:rPr lang="fr-FR" sz="1200" cap="all" err="1">
                <a:solidFill>
                  <a:schemeClr val="bg1"/>
                </a:solidFill>
                <a:latin typeface="Arial"/>
                <a:ea typeface="+mj-ea"/>
                <a:cs typeface="+mj-cs"/>
                <a:sym typeface="Arial"/>
              </a:rPr>
              <a:t>What’s</a:t>
            </a:r>
            <a:r>
              <a:rPr lang="fr-FR" sz="1200" cap="all">
                <a:solidFill>
                  <a:schemeClr val="bg1"/>
                </a:solidFill>
                <a:latin typeface="Arial"/>
                <a:ea typeface="+mj-ea"/>
                <a:cs typeface="+mj-cs"/>
                <a:sym typeface="Arial"/>
              </a:rPr>
              <a:t> Next?</a:t>
            </a:r>
            <a:endParaRPr lang="en-US" sz="1200" cap="all">
              <a:solidFill>
                <a:schemeClr val="bg1"/>
              </a:solidFill>
              <a:latin typeface="Arial"/>
              <a:ea typeface="+mj-ea"/>
              <a:cs typeface="+mj-cs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DA4A168-C0C8-EFFD-9F22-F7CC04AC7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511" y="1401171"/>
            <a:ext cx="874395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Initial results are now available 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We are currently in the </a:t>
            </a: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evaluation phase 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🔍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Testing on </a:t>
            </a: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new verbatims 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to assess classification accuracy.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Adjusting parameters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, including the </a:t>
            </a: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similarity threshold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, to optimize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The goal is to </a:t>
            </a: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refine the model 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for better precision and reliability before final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002060"/>
              </a:solidFill>
              <a:latin typeface="Encode Sans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002060"/>
              </a:solidFill>
              <a:latin typeface="Encode Sans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📌 Next Actions:</a:t>
            </a: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/>
            </a:r>
            <a:b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🔹 Validate results with other new data</a:t>
            </a:r>
            <a:b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2060"/>
                </a:solidFill>
                <a:latin typeface="Encode Sans" pitchFamily="2" charset="0"/>
                <a:cs typeface="Arial" panose="020B0604020202020204" pitchFamily="34" charset="0"/>
              </a:rPr>
              <a:t>🔹 Improve classification consistency if necessary</a:t>
            </a:r>
          </a:p>
        </p:txBody>
      </p:sp>
    </p:spTree>
    <p:extLst>
      <p:ext uri="{BB962C8B-B14F-4D97-AF65-F5344CB8AC3E}">
        <p14:creationId xmlns:p14="http://schemas.microsoft.com/office/powerpoint/2010/main" val="235508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845103" y="1207768"/>
            <a:ext cx="7830000" cy="1080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Encode Sans Expanded Light"/>
                <a:ea typeface="Encode Sans Expanded Light"/>
                <a:cs typeface="Encode Sans Expanded Light"/>
                <a:sym typeface="Encode Sans Expanded Light"/>
              </a:rPr>
              <a:t>IA Verbatim Classification</a:t>
            </a:r>
            <a:br>
              <a:rPr lang="en-US" sz="2900">
                <a:latin typeface="Encode Sans Expanded Light"/>
                <a:ea typeface="Encode Sans Expanded Light"/>
                <a:cs typeface="Encode Sans Expanded Light"/>
                <a:sym typeface="Encode Sans Expanded Light"/>
              </a:rPr>
            </a:br>
            <a:endParaRPr sz="2000">
              <a:latin typeface="Encode Sans Expanded Light"/>
              <a:sym typeface="Encode Sans Expanded Light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90836"/>
            <a:ext cx="9144000" cy="2596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8003" y="2268736"/>
            <a:ext cx="1687997" cy="3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0;p27">
            <a:extLst>
              <a:ext uri="{FF2B5EF4-FFF2-40B4-BE49-F238E27FC236}">
                <a16:creationId xmlns:a16="http://schemas.microsoft.com/office/drawing/2014/main" id="{65334BFB-5F7D-4E86-9D9E-567B41F0EFB8}"/>
              </a:ext>
            </a:extLst>
          </p:cNvPr>
          <p:cNvSpPr txBox="1">
            <a:spLocks/>
          </p:cNvSpPr>
          <p:nvPr/>
        </p:nvSpPr>
        <p:spPr>
          <a:xfrm>
            <a:off x="7602793" y="4621200"/>
            <a:ext cx="2772697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Encode Sans Expanded Light"/>
              <a:buNone/>
              <a:defRPr sz="1900" b="0" i="0" u="none" strike="noStrike" cap="none">
                <a:solidFill>
                  <a:srgbClr val="FFFFFF"/>
                </a:solidFill>
                <a:latin typeface="Encode Sans Expanded Light"/>
                <a:ea typeface="Encode Sans Expanded Light"/>
                <a:cs typeface="Encode Sans Expanded Light"/>
                <a:sym typeface="Encode Sans Expanded Light"/>
              </a:defRPr>
            </a:lvl9pPr>
          </a:lstStyle>
          <a:p>
            <a:r>
              <a:rPr lang="fr-FR" sz="800"/>
              <a:t>FAB LAB ATC</a:t>
            </a:r>
          </a:p>
          <a:p>
            <a:r>
              <a:rPr lang="fr-FR" sz="800"/>
              <a:t>2025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FCF625B-A543-F80E-368B-AE0A4A0499EF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7227750" y="4426398"/>
            <a:ext cx="1687997" cy="522300"/>
          </a:xfrm>
        </p:spPr>
        <p:txBody>
          <a:bodyPr/>
          <a:lstStyle/>
          <a:p>
            <a:pPr algn="ctr"/>
            <a:r>
              <a:rPr lang="fr-FR" sz="800" b="0" i="0">
                <a:effectLst/>
                <a:latin typeface="Segoe UI" panose="020B0502040204020203" pitchFamily="34" charset="0"/>
              </a:rPr>
              <a:t>PDT/AIDA/DAFE/DMST</a:t>
            </a:r>
            <a:endParaRPr lang="fr-FR"/>
          </a:p>
        </p:txBody>
      </p:sp>
      <p:sp>
        <p:nvSpPr>
          <p:cNvPr id="2" name="Google Shape;188;p27">
            <a:extLst>
              <a:ext uri="{FF2B5EF4-FFF2-40B4-BE49-F238E27FC236}">
                <a16:creationId xmlns:a16="http://schemas.microsoft.com/office/drawing/2014/main" id="{63D1B238-12DD-029D-7283-B192CE5F4891}"/>
              </a:ext>
            </a:extLst>
          </p:cNvPr>
          <p:cNvSpPr txBox="1">
            <a:spLocks/>
          </p:cNvSpPr>
          <p:nvPr/>
        </p:nvSpPr>
        <p:spPr>
          <a:xfrm>
            <a:off x="845103" y="2654864"/>
            <a:ext cx="783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Encode Sans Expanded"/>
              <a:buNone/>
              <a:defRPr sz="3500" b="0" i="0" u="none" strike="noStrike" cap="none">
                <a:solidFill>
                  <a:schemeClr val="lt1"/>
                </a:solidFill>
                <a:latin typeface="Encode Sans Expanded"/>
                <a:ea typeface="Encode Sans Expanded"/>
                <a:cs typeface="Encode Sans Expanded"/>
                <a:sym typeface="Encode Sans Expa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900">
                <a:latin typeface="Encode Sans Expanded Light"/>
                <a:ea typeface="Encode Sans Expanded Light"/>
                <a:cs typeface="Encode Sans Expanded Light"/>
                <a:sym typeface="Encode Sans Expanded Light"/>
              </a:rPr>
              <a:t>Thank you </a:t>
            </a:r>
            <a:br>
              <a:rPr lang="en-US" sz="2900">
                <a:latin typeface="Encode Sans Expanded Light"/>
                <a:ea typeface="Encode Sans Expanded Light"/>
                <a:cs typeface="Encode Sans Expanded Light"/>
                <a:sym typeface="Encode Sans Expanded Light"/>
              </a:rPr>
            </a:br>
            <a:endParaRPr lang="en-US" sz="2000">
              <a:latin typeface="Encode Sans Expanded Light"/>
              <a:sym typeface="Encode Sans Expanded Ligh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3ECC51-2D0C-C073-49AF-CACFDCDB1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68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ellantis">
  <a:themeElements>
    <a:clrScheme name="Stellantis">
      <a:dk1>
        <a:srgbClr val="272B35"/>
      </a:dk1>
      <a:lt1>
        <a:srgbClr val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243782"/>
      </a:accent6>
      <a:hlink>
        <a:srgbClr val="243782"/>
      </a:hlink>
      <a:folHlink>
        <a:srgbClr val="272B3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ellantis - Chapter blue">
  <a:themeElements>
    <a:clrScheme name="Stellantis">
      <a:dk1>
        <a:srgbClr val="272B35"/>
      </a:dk1>
      <a:lt1>
        <a:srgbClr val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243782"/>
      </a:accent6>
      <a:hlink>
        <a:srgbClr val="243782"/>
      </a:hlink>
      <a:folHlink>
        <a:srgbClr val="272B3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tellantis - Chapter blue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243782"/>
      </a:accent6>
      <a:hlink>
        <a:srgbClr val="243782"/>
      </a:hlink>
      <a:folHlink>
        <a:srgbClr val="272B35"/>
      </a:folHlink>
    </a:clrScheme>
    <a:fontScheme name="Stellantis QN">
      <a:majorFont>
        <a:latin typeface="Encode Sans ExpandedLight"/>
        <a:ea typeface=""/>
        <a:cs typeface=""/>
      </a:majorFont>
      <a:minorFont>
        <a:latin typeface="Encod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Template PowerPoint 16-9 v1.potx" id="{AF6AE716-1209-4599-9086-7EB01C99DBE6}" vid="{DC08C376-4686-4684-B245-4472F83D1AD8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18fbfd49-c8e6-4618-a77f-5ef25245836c" origin="userSelected">
  <element uid="4ecbf47d-2ec6-497d-85fc-f65b66e62fe7" value=""/>
</sisl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138d9c-e7a0-4ba2-87b5-235e124e4845">
      <Terms xmlns="http://schemas.microsoft.com/office/infopath/2007/PartnerControls"/>
    </lcf76f155ced4ddcb4097134ff3c332f>
    <TaxCatchAll xmlns="852092f4-ef17-4f97-9638-cd07c4da05db" xsi:nil="true"/>
    <SharedWithUsers xmlns="852092f4-ef17-4f97-9638-cd07c4da05db">
      <UserInfo>
        <DisplayName>CHRISTEL COHEN</DisplayName>
        <AccountId>31</AccountId>
        <AccountType/>
      </UserInfo>
      <UserInfo>
        <DisplayName>AYOUB HARNOUNE (EXTERNAL)</DisplayName>
        <AccountId>13</AccountId>
        <AccountType/>
      </UserInfo>
      <UserInfo>
        <DisplayName>GUILLAUME GRUEL</DisplayName>
        <AccountId>30</AccountId>
        <AccountType/>
      </UserInfo>
      <UserInfo>
        <DisplayName>YVES FRANCAIS</DisplayName>
        <AccountId>32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016CE8B6FCA54A8B212FDFC9259875" ma:contentTypeVersion="14" ma:contentTypeDescription="Create a new document." ma:contentTypeScope="" ma:versionID="00c0d147593622bce957966c659333e7">
  <xsd:schema xmlns:xsd="http://www.w3.org/2001/XMLSchema" xmlns:xs="http://www.w3.org/2001/XMLSchema" xmlns:p="http://schemas.microsoft.com/office/2006/metadata/properties" xmlns:ns2="f2138d9c-e7a0-4ba2-87b5-235e124e4845" xmlns:ns3="852092f4-ef17-4f97-9638-cd07c4da05db" targetNamespace="http://schemas.microsoft.com/office/2006/metadata/properties" ma:root="true" ma:fieldsID="9a0f59eab9a2d40085cbd790bb18f015" ns2:_="" ns3:_="">
    <xsd:import namespace="f2138d9c-e7a0-4ba2-87b5-235e124e4845"/>
    <xsd:import namespace="852092f4-ef17-4f97-9638-cd07c4da05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138d9c-e7a0-4ba2-87b5-235e124e48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247bebf-ce0e-4fa1-bae7-748a1283d6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2092f4-ef17-4f97-9638-cd07c4da05d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70053ed-3f09-4e61-9bab-62247d1f0178}" ma:internalName="TaxCatchAll" ma:showField="CatchAllData" ma:web="852092f4-ef17-4f97-9638-cd07c4da05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BCF69A-5794-4236-82DB-87577AE245FF}">
  <ds:schemaRefs>
    <ds:schemaRef ds:uri="http://www.boldonjames.com/2008/01/sie/internal/label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C6BF26-43C6-4684-A9F7-454C7641A8A3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f2138d9c-e7a0-4ba2-87b5-235e124e4845"/>
    <ds:schemaRef ds:uri="http://schemas.openxmlformats.org/package/2006/metadata/core-properties"/>
    <ds:schemaRef ds:uri="852092f4-ef17-4f97-9638-cd07c4da05db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29C380B-EB25-40B9-A64D-2FC2F85DC95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EE526105-E6A8-40EC-9274-98A7F04008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138d9c-e7a0-4ba2-87b5-235e124e4845"/>
    <ds:schemaRef ds:uri="852092f4-ef17-4f97-9638-cd07c4da05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1679</Words>
  <Application>Microsoft Office PowerPoint</Application>
  <PresentationFormat>Affichage à l'écran (16:9)</PresentationFormat>
  <Paragraphs>383</Paragraphs>
  <Slides>15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15</vt:i4>
      </vt:variant>
    </vt:vector>
  </HeadingPairs>
  <TitlesOfParts>
    <vt:vector size="30" baseType="lpstr">
      <vt:lpstr>Arial</vt:lpstr>
      <vt:lpstr>Arial Unicode MS</vt:lpstr>
      <vt:lpstr>Courier New</vt:lpstr>
      <vt:lpstr>Segoe UI</vt:lpstr>
      <vt:lpstr>Open Sans Bold</vt:lpstr>
      <vt:lpstr>Calibri</vt:lpstr>
      <vt:lpstr>Encode Sans Expanded Light</vt:lpstr>
      <vt:lpstr>Encode Sans Expanded</vt:lpstr>
      <vt:lpstr>Encode Sans ExpandedLight</vt:lpstr>
      <vt:lpstr>DejaVu Sans</vt:lpstr>
      <vt:lpstr>Verdana</vt:lpstr>
      <vt:lpstr>Encode Sans</vt:lpstr>
      <vt:lpstr>Stellantis</vt:lpstr>
      <vt:lpstr>1_Stellantis - Chapter blue</vt:lpstr>
      <vt:lpstr>Stellantis - Chapter blue</vt:lpstr>
      <vt:lpstr>AI Verbatim Classification </vt:lpstr>
      <vt:lpstr> Focus on QFS PRS classification with LLM</vt:lpstr>
      <vt:lpstr>Présentation PowerPoint</vt:lpstr>
      <vt:lpstr>Context &amp; Problem Statement </vt:lpstr>
      <vt:lpstr>Context &amp; Problem Statement </vt:lpstr>
      <vt:lpstr>Smart Approach to Verbatim Classification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Result</vt:lpstr>
      <vt:lpstr>What’s Next?</vt:lpstr>
      <vt:lpstr>IA Verbatim Classification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PRESENTATION  [ENCODE SANS 35 PX LIGHT]  ON SEVERAL LINES LOREM  IPSUM DOLOR SIT AMET ET DOLOMAET CTEUER PISCINGO</dc:title>
  <dc:creator>anas.belhachmi@stellantis.com</dc:creator>
  <cp:lastModifiedBy>OUMAIMA IDALINE (EXTERNAL)</cp:lastModifiedBy>
  <cp:revision>47</cp:revision>
  <dcterms:modified xsi:type="dcterms:W3CDTF">2025-06-06T09:46:28Z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12d5dae1-a4e5-4ed4-bde9-ab8a045ebb08</vt:lpwstr>
  </property>
  <property fmtid="{D5CDD505-2E9C-101B-9397-08002B2CF9AE}" pid="3" name="bjSaver">
    <vt:lpwstr>Ubc8rvlaH7TUCYqYZeekB5JXiIexX9+1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policy="18fbfd49-c8e6-4618-a77f-5ef25245836c" origin="userSelected" xmlns="http://www.boldonj</vt:lpwstr>
  </property>
  <property fmtid="{D5CDD505-2E9C-101B-9397-08002B2CF9AE}" pid="5" name="bjDocumentLabelXML-0">
    <vt:lpwstr>ames.com/2008/01/sie/internal/label"&gt;&lt;element uid="4ecbf47d-2ec6-497d-85fc-f65b66e62fe7" value="" /&gt;&lt;/sisl&gt;</vt:lpwstr>
  </property>
  <property fmtid="{D5CDD505-2E9C-101B-9397-08002B2CF9AE}" pid="6" name="bjDocumentSecurityLabel">
    <vt:lpwstr>Company Classification: GENERAL BUSINESS</vt:lpwstr>
  </property>
  <property fmtid="{D5CDD505-2E9C-101B-9397-08002B2CF9AE}" pid="7" name="bjProjectProperty">
    <vt:lpwstr>COMPANY: GENERAL BUSINESS</vt:lpwstr>
  </property>
  <property fmtid="{D5CDD505-2E9C-101B-9397-08002B2CF9AE}" pid="8" name="LabelledBy:">
    <vt:lpwstr>T4010SM,2/3/2021 2:43:40 PM,GENERAL BUSINESS</vt:lpwstr>
  </property>
  <property fmtid="{D5CDD505-2E9C-101B-9397-08002B2CF9AE}" pid="9" name="ContentTypeId">
    <vt:lpwstr>0x0101002A016CE8B6FCA54A8B212FDFC9259875</vt:lpwstr>
  </property>
  <property fmtid="{D5CDD505-2E9C-101B-9397-08002B2CF9AE}" pid="10" name="MSIP_Label_2fd53d93-3f4c-4b90-b511-bd6bdbb4fba9_Enabled">
    <vt:lpwstr>true</vt:lpwstr>
  </property>
  <property fmtid="{D5CDD505-2E9C-101B-9397-08002B2CF9AE}" pid="11" name="MSIP_Label_2fd53d93-3f4c-4b90-b511-bd6bdbb4fba9_ContentBits">
    <vt:lpwstr>0</vt:lpwstr>
  </property>
  <property fmtid="{D5CDD505-2E9C-101B-9397-08002B2CF9AE}" pid="12" name="MSIP_Label_2fd53d93-3f4c-4b90-b511-bd6bdbb4fba9_SetDate">
    <vt:lpwstr>2022-11-02T08:24:53Z</vt:lpwstr>
  </property>
  <property fmtid="{D5CDD505-2E9C-101B-9397-08002B2CF9AE}" pid="13" name="MSIP_Label_2fd53d93-3f4c-4b90-b511-bd6bdbb4fba9_ActionId">
    <vt:lpwstr>121fc14b-78f5-410b-a35a-7139cbf6d093</vt:lpwstr>
  </property>
  <property fmtid="{D5CDD505-2E9C-101B-9397-08002B2CF9AE}" pid="14" name="MediaServiceImageTags">
    <vt:lpwstr/>
  </property>
  <property fmtid="{D5CDD505-2E9C-101B-9397-08002B2CF9AE}" pid="15" name="MSIP_Label_2fd53d93-3f4c-4b90-b511-bd6bdbb4fba9_Name">
    <vt:lpwstr>2fd53d93-3f4c-4b90-b511-bd6bdbb4fba9</vt:lpwstr>
  </property>
  <property fmtid="{D5CDD505-2E9C-101B-9397-08002B2CF9AE}" pid="16" name="MSIP_Label_2fd53d93-3f4c-4b90-b511-bd6bdbb4fba9_SiteId">
    <vt:lpwstr>d852d5cd-724c-4128-8812-ffa5db3f8507</vt:lpwstr>
  </property>
  <property fmtid="{D5CDD505-2E9C-101B-9397-08002B2CF9AE}" pid="17" name="MSIP_Label_2fd53d93-3f4c-4b90-b511-bd6bdbb4fba9_Method">
    <vt:lpwstr>Standard</vt:lpwstr>
  </property>
</Properties>
</file>